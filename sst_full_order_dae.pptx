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67" r:id="rId3"/>
    <p:sldId id="265" r:id="rId4"/>
    <p:sldId id="266" r:id="rId5"/>
    <p:sldId id="261" r:id="rId6"/>
    <p:sldId id="260" r:id="rId7"/>
    <p:sldId id="264" r:id="rId8"/>
    <p:sldId id="259" r:id="rId9"/>
    <p:sldId id="258"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E539206-D01C-47E1-94DB-A655EC7B052C}" v="1895" dt="2026-10-01T22:24:46.6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7668" autoAdjust="0"/>
    <p:restoredTop sz="94660"/>
  </p:normalViewPr>
  <p:slideViewPr>
    <p:cSldViewPr snapToGrid="0">
      <p:cViewPr varScale="1">
        <p:scale>
          <a:sx n="102" d="100"/>
          <a:sy n="102" d="100"/>
        </p:scale>
        <p:origin x="1374" y="31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5" Type="http://schemas.microsoft.com/office/2016/11/relationships/changesInfo" Target="changesInfos/changesInfo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nglicmot, Lea" userId="S::ldmangl@sandia.gov::f9d84f97-8302-421f-ad27-792d502ff9f0" providerId="AD" clId="Web-{3E8AA895-FF25-8CF1-A323-03597878E461}"/>
    <pc:docChg chg="addSld modSld">
      <pc:chgData name="Manglicmot, Lea" userId="S::ldmangl@sandia.gov::f9d84f97-8302-421f-ad27-792d502ff9f0" providerId="AD" clId="Web-{3E8AA895-FF25-8CF1-A323-03597878E461}" dt="2026-09-08T22:05:54.717" v="95"/>
      <pc:docMkLst>
        <pc:docMk/>
      </pc:docMkLst>
      <pc:sldChg chg="modSp">
        <pc:chgData name="Manglicmot, Lea" userId="S::ldmangl@sandia.gov::f9d84f97-8302-421f-ad27-792d502ff9f0" providerId="AD" clId="Web-{3E8AA895-FF25-8CF1-A323-03597878E461}" dt="2026-09-08T22:05:50.560" v="94" actId="20577"/>
        <pc:sldMkLst>
          <pc:docMk/>
          <pc:sldMk cId="109857222" sldId="256"/>
        </pc:sldMkLst>
        <pc:spChg chg="mod">
          <ac:chgData name="Manglicmot, Lea" userId="S::ldmangl@sandia.gov::f9d84f97-8302-421f-ad27-792d502ff9f0" providerId="AD" clId="Web-{3E8AA895-FF25-8CF1-A323-03597878E461}" dt="2026-09-08T22:05:47.248" v="91" actId="20577"/>
          <ac:spMkLst>
            <pc:docMk/>
            <pc:sldMk cId="109857222" sldId="256"/>
            <ac:spMk id="2" creationId="{00000000-0000-0000-0000-000000000000}"/>
          </ac:spMkLst>
        </pc:spChg>
        <pc:spChg chg="mod">
          <ac:chgData name="Manglicmot, Lea" userId="S::ldmangl@sandia.gov::f9d84f97-8302-421f-ad27-792d502ff9f0" providerId="AD" clId="Web-{3E8AA895-FF25-8CF1-A323-03597878E461}" dt="2026-09-08T22:05:50.560" v="94" actId="20577"/>
          <ac:spMkLst>
            <pc:docMk/>
            <pc:sldMk cId="109857222" sldId="256"/>
            <ac:spMk id="3" creationId="{00000000-0000-0000-0000-000000000000}"/>
          </ac:spMkLst>
        </pc:spChg>
      </pc:sldChg>
    </pc:docChg>
  </pc:docChgLst>
  <pc:docChgLst>
    <pc:chgData name="Manglicmot, Lea" userId="f9d84f97-8302-421f-ad27-792d502ff9f0" providerId="ADAL" clId="{6D11895F-E536-4199-8257-03ED8165D07C}"/>
    <pc:docChg chg="undo custSel addSld delSld modSld sldOrd">
      <pc:chgData name="Manglicmot, Lea" userId="f9d84f97-8302-421f-ad27-792d502ff9f0" providerId="ADAL" clId="{6D11895F-E536-4199-8257-03ED8165D07C}" dt="2026-10-02T14:32:53.491" v="12274" actId="20577"/>
      <pc:docMkLst>
        <pc:docMk/>
      </pc:docMkLst>
      <pc:sldChg chg="delSp new mod">
        <pc:chgData name="Manglicmot, Lea" userId="f9d84f97-8302-421f-ad27-792d502ff9f0" providerId="ADAL" clId="{6D11895F-E536-4199-8257-03ED8165D07C}" dt="2026-09-08T22:07:42.197" v="2" actId="478"/>
        <pc:sldMkLst>
          <pc:docMk/>
          <pc:sldMk cId="2705883753" sldId="258"/>
        </pc:sldMkLst>
      </pc:sldChg>
      <pc:sldChg chg="addSp delSp modSp add mod ord">
        <pc:chgData name="Manglicmot, Lea" userId="f9d84f97-8302-421f-ad27-792d502ff9f0" providerId="ADAL" clId="{6D11895F-E536-4199-8257-03ED8165D07C}" dt="2026-09-30T17:40:58.617" v="5024" actId="21"/>
        <pc:sldMkLst>
          <pc:docMk/>
          <pc:sldMk cId="326848942" sldId="259"/>
        </pc:sldMkLst>
        <pc:spChg chg="mod">
          <ac:chgData name="Manglicmot, Lea" userId="f9d84f97-8302-421f-ad27-792d502ff9f0" providerId="ADAL" clId="{6D11895F-E536-4199-8257-03ED8165D07C}" dt="2026-09-30T17:32:39.373" v="4889" actId="404"/>
          <ac:spMkLst>
            <pc:docMk/>
            <pc:sldMk cId="326848942" sldId="259"/>
            <ac:spMk id="4" creationId="{A811ECB9-24F9-6724-8602-1A3D14B4C057}"/>
          </ac:spMkLst>
        </pc:spChg>
        <pc:spChg chg="mod">
          <ac:chgData name="Manglicmot, Lea" userId="f9d84f97-8302-421f-ad27-792d502ff9f0" providerId="ADAL" clId="{6D11895F-E536-4199-8257-03ED8165D07C}" dt="2026-09-30T17:32:54.549" v="4912" actId="1038"/>
          <ac:spMkLst>
            <pc:docMk/>
            <pc:sldMk cId="326848942" sldId="259"/>
            <ac:spMk id="6" creationId="{56B9A346-2583-3836-699F-C1F88B35F2D2}"/>
          </ac:spMkLst>
        </pc:spChg>
        <pc:spChg chg="mod">
          <ac:chgData name="Manglicmot, Lea" userId="f9d84f97-8302-421f-ad27-792d502ff9f0" providerId="ADAL" clId="{6D11895F-E536-4199-8257-03ED8165D07C}" dt="2026-09-30T17:32:58.756" v="4913" actId="1076"/>
          <ac:spMkLst>
            <pc:docMk/>
            <pc:sldMk cId="326848942" sldId="259"/>
            <ac:spMk id="8" creationId="{4ED76158-0A67-E145-1633-865FA7E104E8}"/>
          </ac:spMkLst>
        </pc:spChg>
        <pc:spChg chg="mod">
          <ac:chgData name="Manglicmot, Lea" userId="f9d84f97-8302-421f-ad27-792d502ff9f0" providerId="ADAL" clId="{6D11895F-E536-4199-8257-03ED8165D07C}" dt="2026-09-09T23:02:43.992" v="1728" actId="20577"/>
          <ac:spMkLst>
            <pc:docMk/>
            <pc:sldMk cId="326848942" sldId="259"/>
            <ac:spMk id="9" creationId="{D1C9F44A-4A49-81DC-55F9-98D736B737BE}"/>
          </ac:spMkLst>
        </pc:spChg>
        <pc:grpChg chg="add mod">
          <ac:chgData name="Manglicmot, Lea" userId="f9d84f97-8302-421f-ad27-792d502ff9f0" providerId="ADAL" clId="{6D11895F-E536-4199-8257-03ED8165D07C}" dt="2026-09-30T17:33:02.635" v="4914" actId="1076"/>
          <ac:grpSpMkLst>
            <pc:docMk/>
            <pc:sldMk cId="326848942" sldId="259"/>
            <ac:grpSpMk id="10" creationId="{61F610B0-A33A-B594-4EEC-B64CF1305E80}"/>
          </ac:grpSpMkLst>
        </pc:grpChg>
      </pc:sldChg>
      <pc:sldChg chg="addSp delSp modSp new mod">
        <pc:chgData name="Manglicmot, Lea" userId="f9d84f97-8302-421f-ad27-792d502ff9f0" providerId="ADAL" clId="{6D11895F-E536-4199-8257-03ED8165D07C}" dt="2026-10-01T16:50:41.100" v="7100" actId="478"/>
        <pc:sldMkLst>
          <pc:docMk/>
          <pc:sldMk cId="964737379" sldId="260"/>
        </pc:sldMkLst>
        <pc:spChg chg="add mod">
          <ac:chgData name="Manglicmot, Lea" userId="f9d84f97-8302-421f-ad27-792d502ff9f0" providerId="ADAL" clId="{6D11895F-E536-4199-8257-03ED8165D07C}" dt="2026-10-01T16:42:34.241" v="7096" actId="20577"/>
          <ac:spMkLst>
            <pc:docMk/>
            <pc:sldMk cId="964737379" sldId="260"/>
            <ac:spMk id="4" creationId="{7B8ACBB2-7CEB-1E8A-941C-A13B235429A2}"/>
          </ac:spMkLst>
        </pc:spChg>
        <pc:spChg chg="add mod">
          <ac:chgData name="Manglicmot, Lea" userId="f9d84f97-8302-421f-ad27-792d502ff9f0" providerId="ADAL" clId="{6D11895F-E536-4199-8257-03ED8165D07C}" dt="2026-09-30T16:34:07.013" v="2590" actId="20577"/>
          <ac:spMkLst>
            <pc:docMk/>
            <pc:sldMk cId="964737379" sldId="260"/>
            <ac:spMk id="6" creationId="{9283E02B-4DC4-1D29-1B5D-44131CC599A5}"/>
          </ac:spMkLst>
        </pc:spChg>
        <pc:grpChg chg="add mod">
          <ac:chgData name="Manglicmot, Lea" userId="f9d84f97-8302-421f-ad27-792d502ff9f0" providerId="ADAL" clId="{6D11895F-E536-4199-8257-03ED8165D07C}" dt="2026-10-01T16:27:52.078" v="7028" actId="1076"/>
          <ac:grpSpMkLst>
            <pc:docMk/>
            <pc:sldMk cId="964737379" sldId="260"/>
            <ac:grpSpMk id="22" creationId="{B2DFD1F7-33CA-9CED-DA27-373B637802A6}"/>
          </ac:grpSpMkLst>
        </pc:grpChg>
        <pc:graphicFrameChg chg="add del mod modGraphic">
          <ac:chgData name="Manglicmot, Lea" userId="f9d84f97-8302-421f-ad27-792d502ff9f0" providerId="ADAL" clId="{6D11895F-E536-4199-8257-03ED8165D07C}" dt="2026-10-01T16:50:41.100" v="7100" actId="478"/>
          <ac:graphicFrameMkLst>
            <pc:docMk/>
            <pc:sldMk cId="964737379" sldId="260"/>
            <ac:graphicFrameMk id="17" creationId="{5CAC038E-1E98-A8E6-2593-2A329AA68378}"/>
          </ac:graphicFrameMkLst>
        </pc:graphicFrameChg>
        <pc:picChg chg="add del mod">
          <ac:chgData name="Manglicmot, Lea" userId="f9d84f97-8302-421f-ad27-792d502ff9f0" providerId="ADAL" clId="{6D11895F-E536-4199-8257-03ED8165D07C}" dt="2026-10-01T16:26:06.975" v="7013" actId="478"/>
          <ac:picMkLst>
            <pc:docMk/>
            <pc:sldMk cId="964737379" sldId="260"/>
            <ac:picMk id="10" creationId="{A731FD55-7765-392D-E3C9-3DF31843971A}"/>
          </ac:picMkLst>
        </pc:picChg>
        <pc:picChg chg="add mod">
          <ac:chgData name="Manglicmot, Lea" userId="f9d84f97-8302-421f-ad27-792d502ff9f0" providerId="ADAL" clId="{6D11895F-E536-4199-8257-03ED8165D07C}" dt="2026-10-01T16:27:47.102" v="7026" actId="164"/>
          <ac:picMkLst>
            <pc:docMk/>
            <pc:sldMk cId="964737379" sldId="260"/>
            <ac:picMk id="12" creationId="{2384AFFF-2F4E-306E-DA3B-EDDAFFEB9F02}"/>
          </ac:picMkLst>
        </pc:picChg>
        <pc:picChg chg="add mod">
          <ac:chgData name="Manglicmot, Lea" userId="f9d84f97-8302-421f-ad27-792d502ff9f0" providerId="ADAL" clId="{6D11895F-E536-4199-8257-03ED8165D07C}" dt="2026-10-01T16:27:47.102" v="7026" actId="164"/>
          <ac:picMkLst>
            <pc:docMk/>
            <pc:sldMk cId="964737379" sldId="260"/>
            <ac:picMk id="14" creationId="{CD87CD11-5B95-CFC0-571F-54EEA8648211}"/>
          </ac:picMkLst>
        </pc:picChg>
        <pc:picChg chg="add mod">
          <ac:chgData name="Manglicmot, Lea" userId="f9d84f97-8302-421f-ad27-792d502ff9f0" providerId="ADAL" clId="{6D11895F-E536-4199-8257-03ED8165D07C}" dt="2026-10-01T16:27:47.102" v="7026" actId="164"/>
          <ac:picMkLst>
            <pc:docMk/>
            <pc:sldMk cId="964737379" sldId="260"/>
            <ac:picMk id="21" creationId="{91D3882A-5640-D48E-1866-0AAA071C814D}"/>
          </ac:picMkLst>
        </pc:picChg>
        <pc:picChg chg="add mod">
          <ac:chgData name="Manglicmot, Lea" userId="f9d84f97-8302-421f-ad27-792d502ff9f0" providerId="ADAL" clId="{6D11895F-E536-4199-8257-03ED8165D07C}" dt="2026-10-01T16:36:29.569" v="7047" actId="1076"/>
          <ac:picMkLst>
            <pc:docMk/>
            <pc:sldMk cId="964737379" sldId="260"/>
            <ac:picMk id="24" creationId="{96A8E5D0-2A7A-5466-35E6-2B40925CF756}"/>
          </ac:picMkLst>
        </pc:picChg>
        <pc:picChg chg="add mod">
          <ac:chgData name="Manglicmot, Lea" userId="f9d84f97-8302-421f-ad27-792d502ff9f0" providerId="ADAL" clId="{6D11895F-E536-4199-8257-03ED8165D07C}" dt="2026-10-01T16:37:02.370" v="7055" actId="1076"/>
          <ac:picMkLst>
            <pc:docMk/>
            <pc:sldMk cId="964737379" sldId="260"/>
            <ac:picMk id="26" creationId="{18EEEA96-8EE9-DED7-0975-B824B410F07B}"/>
          </ac:picMkLst>
        </pc:picChg>
      </pc:sldChg>
      <pc:sldChg chg="addSp delSp modSp add mod ord">
        <pc:chgData name="Manglicmot, Lea" userId="f9d84f97-8302-421f-ad27-792d502ff9f0" providerId="ADAL" clId="{6D11895F-E536-4199-8257-03ED8165D07C}" dt="2026-10-01T16:42:53.107" v="7099" actId="1076"/>
        <pc:sldMkLst>
          <pc:docMk/>
          <pc:sldMk cId="2832702730" sldId="261"/>
        </pc:sldMkLst>
        <pc:spChg chg="mod">
          <ac:chgData name="Manglicmot, Lea" userId="f9d84f97-8302-421f-ad27-792d502ff9f0" providerId="ADAL" clId="{6D11895F-E536-4199-8257-03ED8165D07C}" dt="2026-09-30T16:34:22.179" v="2619" actId="20577"/>
          <ac:spMkLst>
            <pc:docMk/>
            <pc:sldMk cId="2832702730" sldId="261"/>
            <ac:spMk id="6" creationId="{3CB5EF31-B3F7-7B20-82DE-65078035DCB6}"/>
          </ac:spMkLst>
        </pc:spChg>
        <pc:spChg chg="add mod">
          <ac:chgData name="Manglicmot, Lea" userId="f9d84f97-8302-421f-ad27-792d502ff9f0" providerId="ADAL" clId="{6D11895F-E536-4199-8257-03ED8165D07C}" dt="2026-10-01T16:41:33.644" v="7082" actId="14100"/>
          <ac:spMkLst>
            <pc:docMk/>
            <pc:sldMk cId="2832702730" sldId="261"/>
            <ac:spMk id="21" creationId="{49A0BA28-7D59-877D-55EE-F9E9DB68F13E}"/>
          </ac:spMkLst>
        </pc:spChg>
        <pc:spChg chg="add mod">
          <ac:chgData name="Manglicmot, Lea" userId="f9d84f97-8302-421f-ad27-792d502ff9f0" providerId="ADAL" clId="{6D11895F-E536-4199-8257-03ED8165D07C}" dt="2026-10-01T16:42:53.107" v="7099" actId="1076"/>
          <ac:spMkLst>
            <pc:docMk/>
            <pc:sldMk cId="2832702730" sldId="261"/>
            <ac:spMk id="36" creationId="{D5A175CC-95AF-0381-DB47-5334C31A4B70}"/>
          </ac:spMkLst>
        </pc:spChg>
        <pc:grpChg chg="add del mod">
          <ac:chgData name="Manglicmot, Lea" userId="f9d84f97-8302-421f-ad27-792d502ff9f0" providerId="ADAL" clId="{6D11895F-E536-4199-8257-03ED8165D07C}" dt="2026-10-01T16:41:44.332" v="7085" actId="1076"/>
          <ac:grpSpMkLst>
            <pc:docMk/>
            <pc:sldMk cId="2832702730" sldId="261"/>
            <ac:grpSpMk id="22" creationId="{9ABF9DBD-D704-5D94-FF84-A7FC50A6DB5C}"/>
          </ac:grpSpMkLst>
        </pc:grpChg>
        <pc:picChg chg="add del mod">
          <ac:chgData name="Manglicmot, Lea" userId="f9d84f97-8302-421f-ad27-792d502ff9f0" providerId="ADAL" clId="{6D11895F-E536-4199-8257-03ED8165D07C}" dt="2026-10-01T16:38:26.546" v="7056" actId="478"/>
          <ac:picMkLst>
            <pc:docMk/>
            <pc:sldMk cId="2832702730" sldId="261"/>
            <ac:picMk id="3" creationId="{0D8A367A-4EFD-51AB-36EB-2E718CCF2BA0}"/>
          </ac:picMkLst>
        </pc:picChg>
        <pc:picChg chg="add mod">
          <ac:chgData name="Manglicmot, Lea" userId="f9d84f97-8302-421f-ad27-792d502ff9f0" providerId="ADAL" clId="{6D11895F-E536-4199-8257-03ED8165D07C}" dt="2026-09-30T17:02:37.061" v="3020" actId="164"/>
          <ac:picMkLst>
            <pc:docMk/>
            <pc:sldMk cId="2832702730" sldId="261"/>
            <ac:picMk id="7" creationId="{729E2B68-413A-5FA2-E393-2DE173CEC16D}"/>
          </ac:picMkLst>
        </pc:picChg>
        <pc:picChg chg="add del mod">
          <ac:chgData name="Manglicmot, Lea" userId="f9d84f97-8302-421f-ad27-792d502ff9f0" providerId="ADAL" clId="{6D11895F-E536-4199-8257-03ED8165D07C}" dt="2026-10-01T16:41:23.503" v="7077" actId="478"/>
          <ac:picMkLst>
            <pc:docMk/>
            <pc:sldMk cId="2832702730" sldId="261"/>
            <ac:picMk id="9" creationId="{6623B4B4-C020-A89A-8CA6-990C87215BB7}"/>
          </ac:picMkLst>
        </pc:picChg>
        <pc:picChg chg="add del mod">
          <ac:chgData name="Manglicmot, Lea" userId="f9d84f97-8302-421f-ad27-792d502ff9f0" providerId="ADAL" clId="{6D11895F-E536-4199-8257-03ED8165D07C}" dt="2026-10-01T16:41:24.522" v="7078" actId="478"/>
          <ac:picMkLst>
            <pc:docMk/>
            <pc:sldMk cId="2832702730" sldId="261"/>
            <ac:picMk id="13" creationId="{A750E6C9-8C41-4532-01F4-113967944738}"/>
          </ac:picMkLst>
        </pc:picChg>
        <pc:picChg chg="add mod">
          <ac:chgData name="Manglicmot, Lea" userId="f9d84f97-8302-421f-ad27-792d502ff9f0" providerId="ADAL" clId="{6D11895F-E536-4199-8257-03ED8165D07C}" dt="2026-09-30T17:02:37.061" v="3020" actId="164"/>
          <ac:picMkLst>
            <pc:docMk/>
            <pc:sldMk cId="2832702730" sldId="261"/>
            <ac:picMk id="16" creationId="{07B62F94-7ED3-3688-2255-CB99AC724A8B}"/>
          </ac:picMkLst>
        </pc:picChg>
        <pc:picChg chg="add del mod">
          <ac:chgData name="Manglicmot, Lea" userId="f9d84f97-8302-421f-ad27-792d502ff9f0" providerId="ADAL" clId="{6D11895F-E536-4199-8257-03ED8165D07C}" dt="2026-10-01T16:41:19.365" v="7074" actId="478"/>
          <ac:picMkLst>
            <pc:docMk/>
            <pc:sldMk cId="2832702730" sldId="261"/>
            <ac:picMk id="19" creationId="{5B63C5EB-5F44-6B6F-E8CD-25220399E019}"/>
          </ac:picMkLst>
        </pc:picChg>
        <pc:picChg chg="add del mod">
          <ac:chgData name="Manglicmot, Lea" userId="f9d84f97-8302-421f-ad27-792d502ff9f0" providerId="ADAL" clId="{6D11895F-E536-4199-8257-03ED8165D07C}" dt="2026-10-01T16:38:36.258" v="7059" actId="478"/>
          <ac:picMkLst>
            <pc:docMk/>
            <pc:sldMk cId="2832702730" sldId="261"/>
            <ac:picMk id="24" creationId="{A8CF3F99-F453-0A1F-F38F-F0D4EB191A98}"/>
          </ac:picMkLst>
        </pc:picChg>
        <pc:picChg chg="add del mod">
          <ac:chgData name="Manglicmot, Lea" userId="f9d84f97-8302-421f-ad27-792d502ff9f0" providerId="ADAL" clId="{6D11895F-E536-4199-8257-03ED8165D07C}" dt="2026-10-01T16:39:36.643" v="7067" actId="478"/>
          <ac:picMkLst>
            <pc:docMk/>
            <pc:sldMk cId="2832702730" sldId="261"/>
            <ac:picMk id="26" creationId="{6C9973E8-62C1-66BC-0667-337A09D84FEC}"/>
          </ac:picMkLst>
        </pc:picChg>
        <pc:picChg chg="add mod">
          <ac:chgData name="Manglicmot, Lea" userId="f9d84f97-8302-421f-ad27-792d502ff9f0" providerId="ADAL" clId="{6D11895F-E536-4199-8257-03ED8165D07C}" dt="2026-10-01T16:39:47.402" v="7073" actId="1076"/>
          <ac:picMkLst>
            <pc:docMk/>
            <pc:sldMk cId="2832702730" sldId="261"/>
            <ac:picMk id="28" creationId="{A5A33D0A-16DC-19E6-FC32-F34288411BC5}"/>
          </ac:picMkLst>
        </pc:picChg>
        <pc:picChg chg="add mod">
          <ac:chgData name="Manglicmot, Lea" userId="f9d84f97-8302-421f-ad27-792d502ff9f0" providerId="ADAL" clId="{6D11895F-E536-4199-8257-03ED8165D07C}" dt="2026-10-01T16:42:10.742" v="7094" actId="1037"/>
          <ac:picMkLst>
            <pc:docMk/>
            <pc:sldMk cId="2832702730" sldId="261"/>
            <ac:picMk id="30" creationId="{D4EA9828-912C-E5C5-7CA8-734559150072}"/>
          </ac:picMkLst>
        </pc:picChg>
        <pc:picChg chg="add mod">
          <ac:chgData name="Manglicmot, Lea" userId="f9d84f97-8302-421f-ad27-792d502ff9f0" providerId="ADAL" clId="{6D11895F-E536-4199-8257-03ED8165D07C}" dt="2026-10-01T16:42:10.742" v="7094" actId="1037"/>
          <ac:picMkLst>
            <pc:docMk/>
            <pc:sldMk cId="2832702730" sldId="261"/>
            <ac:picMk id="32" creationId="{C4437D7B-C3B6-71C0-77DC-58F0F09124DC}"/>
          </ac:picMkLst>
        </pc:picChg>
        <pc:picChg chg="add mod">
          <ac:chgData name="Manglicmot, Lea" userId="f9d84f97-8302-421f-ad27-792d502ff9f0" providerId="ADAL" clId="{6D11895F-E536-4199-8257-03ED8165D07C}" dt="2026-10-01T16:42:10.742" v="7094" actId="1037"/>
          <ac:picMkLst>
            <pc:docMk/>
            <pc:sldMk cId="2832702730" sldId="261"/>
            <ac:picMk id="34" creationId="{3EEF83D1-CB90-4488-FDD0-1C3EFE0ED5DF}"/>
          </ac:picMkLst>
        </pc:picChg>
      </pc:sldChg>
      <pc:sldChg chg="new del">
        <pc:chgData name="Manglicmot, Lea" userId="f9d84f97-8302-421f-ad27-792d502ff9f0" providerId="ADAL" clId="{6D11895F-E536-4199-8257-03ED8165D07C}" dt="2026-10-01T17:38:05.801" v="8099" actId="47"/>
        <pc:sldMkLst>
          <pc:docMk/>
          <pc:sldMk cId="926861326" sldId="262"/>
        </pc:sldMkLst>
      </pc:sldChg>
      <pc:sldChg chg="addSp modSp add mod">
        <pc:chgData name="Manglicmot, Lea" userId="f9d84f97-8302-421f-ad27-792d502ff9f0" providerId="ADAL" clId="{6D11895F-E536-4199-8257-03ED8165D07C}" dt="2026-10-01T19:40:08.355" v="9736" actId="20577"/>
        <pc:sldMkLst>
          <pc:docMk/>
          <pc:sldMk cId="4162221178" sldId="264"/>
        </pc:sldMkLst>
        <pc:spChg chg="add mod">
          <ac:chgData name="Manglicmot, Lea" userId="f9d84f97-8302-421f-ad27-792d502ff9f0" providerId="ADAL" clId="{6D11895F-E536-4199-8257-03ED8165D07C}" dt="2026-09-30T17:42:22.073" v="5201" actId="20577"/>
          <ac:spMkLst>
            <pc:docMk/>
            <pc:sldMk cId="4162221178" sldId="264"/>
            <ac:spMk id="3" creationId="{66ABE1D4-CB6B-9151-2D2E-D243F44D14A2}"/>
          </ac:spMkLst>
        </pc:spChg>
        <pc:spChg chg="mod">
          <ac:chgData name="Manglicmot, Lea" userId="f9d84f97-8302-421f-ad27-792d502ff9f0" providerId="ADAL" clId="{6D11895F-E536-4199-8257-03ED8165D07C}" dt="2026-09-30T17:41:29.848" v="5034" actId="403"/>
          <ac:spMkLst>
            <pc:docMk/>
            <pc:sldMk cId="4162221178" sldId="264"/>
            <ac:spMk id="4" creationId="{9B3333D4-7077-8528-AAF2-8861DDD9686B}"/>
          </ac:spMkLst>
        </pc:spChg>
        <pc:spChg chg="mod">
          <ac:chgData name="Manglicmot, Lea" userId="f9d84f97-8302-421f-ad27-792d502ff9f0" providerId="ADAL" clId="{6D11895F-E536-4199-8257-03ED8165D07C}" dt="2026-09-30T17:41:34.597" v="5035" actId="1076"/>
          <ac:spMkLst>
            <pc:docMk/>
            <pc:sldMk cId="4162221178" sldId="264"/>
            <ac:spMk id="6" creationId="{B4ADCD24-DA56-00EB-F679-4919FBEEABED}"/>
          </ac:spMkLst>
        </pc:spChg>
        <pc:spChg chg="add mod">
          <ac:chgData name="Manglicmot, Lea" userId="f9d84f97-8302-421f-ad27-792d502ff9f0" providerId="ADAL" clId="{6D11895F-E536-4199-8257-03ED8165D07C}" dt="2026-10-01T19:40:08.355" v="9736" actId="20577"/>
          <ac:spMkLst>
            <pc:docMk/>
            <pc:sldMk cId="4162221178" sldId="264"/>
            <ac:spMk id="7" creationId="{DB574416-A289-3C27-084C-25A18DDCE370}"/>
          </ac:spMkLst>
        </pc:spChg>
        <pc:spChg chg="mod">
          <ac:chgData name="Manglicmot, Lea" userId="f9d84f97-8302-421f-ad27-792d502ff9f0" providerId="ADAL" clId="{6D11895F-E536-4199-8257-03ED8165D07C}" dt="2026-09-30T17:41:36.837" v="5036" actId="1076"/>
          <ac:spMkLst>
            <pc:docMk/>
            <pc:sldMk cId="4162221178" sldId="264"/>
            <ac:spMk id="8" creationId="{2AC2CEC0-9AC3-7EF8-C8AE-3D19D71BA8C3}"/>
          </ac:spMkLst>
        </pc:spChg>
      </pc:sldChg>
      <pc:sldChg chg="addSp delSp modSp add mod">
        <pc:chgData name="Manglicmot, Lea" userId="f9d84f97-8302-421f-ad27-792d502ff9f0" providerId="ADAL" clId="{6D11895F-E536-4199-8257-03ED8165D07C}" dt="2026-10-02T14:32:53.491" v="12274" actId="20577"/>
        <pc:sldMkLst>
          <pc:docMk/>
          <pc:sldMk cId="1526362281" sldId="265"/>
        </pc:sldMkLst>
        <pc:spChg chg="del mod">
          <ac:chgData name="Manglicmot, Lea" userId="f9d84f97-8302-421f-ad27-792d502ff9f0" providerId="ADAL" clId="{6D11895F-E536-4199-8257-03ED8165D07C}" dt="2026-10-01T17:33:36.166" v="8096" actId="478"/>
          <ac:spMkLst>
            <pc:docMk/>
            <pc:sldMk cId="1526362281" sldId="265"/>
            <ac:spMk id="3" creationId="{A18FD347-C28D-4795-913C-2FC564BBAC5A}"/>
          </ac:spMkLst>
        </pc:spChg>
        <pc:spChg chg="del">
          <ac:chgData name="Manglicmot, Lea" userId="f9d84f97-8302-421f-ad27-792d502ff9f0" providerId="ADAL" clId="{6D11895F-E536-4199-8257-03ED8165D07C}" dt="2026-10-01T16:04:07.445" v="6781" actId="478"/>
          <ac:spMkLst>
            <pc:docMk/>
            <pc:sldMk cId="1526362281" sldId="265"/>
            <ac:spMk id="4" creationId="{3996D39E-AF0E-9C99-0C41-2526AED3EB14}"/>
          </ac:spMkLst>
        </pc:spChg>
        <pc:spChg chg="add del mod">
          <ac:chgData name="Manglicmot, Lea" userId="f9d84f97-8302-421f-ad27-792d502ff9f0" providerId="ADAL" clId="{6D11895F-E536-4199-8257-03ED8165D07C}" dt="2026-10-01T16:04:09.653" v="6782" actId="478"/>
          <ac:spMkLst>
            <pc:docMk/>
            <pc:sldMk cId="1526362281" sldId="265"/>
            <ac:spMk id="5" creationId="{361F8993-A2F7-8FE9-D449-FD78AAE83E7C}"/>
          </ac:spMkLst>
        </pc:spChg>
        <pc:spChg chg="del">
          <ac:chgData name="Manglicmot, Lea" userId="f9d84f97-8302-421f-ad27-792d502ff9f0" providerId="ADAL" clId="{6D11895F-E536-4199-8257-03ED8165D07C}" dt="2026-10-01T16:04:07.445" v="6781" actId="478"/>
          <ac:spMkLst>
            <pc:docMk/>
            <pc:sldMk cId="1526362281" sldId="265"/>
            <ac:spMk id="6" creationId="{70E813B7-2C26-60A8-E91D-01EA38D07B4C}"/>
          </ac:spMkLst>
        </pc:spChg>
        <pc:spChg chg="del">
          <ac:chgData name="Manglicmot, Lea" userId="f9d84f97-8302-421f-ad27-792d502ff9f0" providerId="ADAL" clId="{6D11895F-E536-4199-8257-03ED8165D07C}" dt="2026-10-01T16:04:07.445" v="6781" actId="478"/>
          <ac:spMkLst>
            <pc:docMk/>
            <pc:sldMk cId="1526362281" sldId="265"/>
            <ac:spMk id="8" creationId="{08F0208F-8E65-1CC4-59F2-333370B8D916}"/>
          </ac:spMkLst>
        </pc:spChg>
        <pc:spChg chg="del mod">
          <ac:chgData name="Manglicmot, Lea" userId="f9d84f97-8302-421f-ad27-792d502ff9f0" providerId="ADAL" clId="{6D11895F-E536-4199-8257-03ED8165D07C}" dt="2026-10-01T17:33:20.134" v="8031" actId="478"/>
          <ac:spMkLst>
            <pc:docMk/>
            <pc:sldMk cId="1526362281" sldId="265"/>
            <ac:spMk id="9" creationId="{140626ED-4322-B0EE-C74F-CABD206FB17F}"/>
          </ac:spMkLst>
        </pc:spChg>
        <pc:spChg chg="add mod">
          <ac:chgData name="Manglicmot, Lea" userId="f9d84f97-8302-421f-ad27-792d502ff9f0" providerId="ADAL" clId="{6D11895F-E536-4199-8257-03ED8165D07C}" dt="2026-10-01T22:26:55.053" v="12017" actId="207"/>
          <ac:spMkLst>
            <pc:docMk/>
            <pc:sldMk cId="1526362281" sldId="265"/>
            <ac:spMk id="10" creationId="{3896F0B9-E8E4-87D6-7D56-56EBAB36C1B4}"/>
          </ac:spMkLst>
        </pc:spChg>
        <pc:spChg chg="add mod">
          <ac:chgData name="Manglicmot, Lea" userId="f9d84f97-8302-421f-ad27-792d502ff9f0" providerId="ADAL" clId="{6D11895F-E536-4199-8257-03ED8165D07C}" dt="2026-10-02T14:32:53.491" v="12274" actId="20577"/>
          <ac:spMkLst>
            <pc:docMk/>
            <pc:sldMk cId="1526362281" sldId="265"/>
            <ac:spMk id="22" creationId="{CE49D272-09B4-69E2-446E-6FCB92C3EED3}"/>
          </ac:spMkLst>
        </pc:spChg>
        <pc:spChg chg="add del mod">
          <ac:chgData name="Manglicmot, Lea" userId="f9d84f97-8302-421f-ad27-792d502ff9f0" providerId="ADAL" clId="{6D11895F-E536-4199-8257-03ED8165D07C}" dt="2026-10-01T21:50:55.190" v="10973"/>
          <ac:spMkLst>
            <pc:docMk/>
            <pc:sldMk cId="1526362281" sldId="265"/>
            <ac:spMk id="26" creationId="{39B85C1B-1C9E-0DCF-B732-3312BA62AA30}"/>
          </ac:spMkLst>
        </pc:spChg>
        <pc:spChg chg="add mod">
          <ac:chgData name="Manglicmot, Lea" userId="f9d84f97-8302-421f-ad27-792d502ff9f0" providerId="ADAL" clId="{6D11895F-E536-4199-8257-03ED8165D07C}" dt="2026-10-01T22:28:38.886" v="12107" actId="20577"/>
          <ac:spMkLst>
            <pc:docMk/>
            <pc:sldMk cId="1526362281" sldId="265"/>
            <ac:spMk id="28" creationId="{12C99452-F264-1D65-4072-6A0546135F31}"/>
          </ac:spMkLst>
        </pc:spChg>
        <pc:grpChg chg="add del mod">
          <ac:chgData name="Manglicmot, Lea" userId="f9d84f97-8302-421f-ad27-792d502ff9f0" providerId="ADAL" clId="{6D11895F-E536-4199-8257-03ED8165D07C}" dt="2026-10-01T17:33:40.918" v="8098" actId="478"/>
          <ac:grpSpMkLst>
            <pc:docMk/>
            <pc:sldMk cId="1526362281" sldId="265"/>
            <ac:grpSpMk id="23" creationId="{FE641C7C-E195-7E8A-8337-F4432B572A79}"/>
          </ac:grpSpMkLst>
        </pc:grpChg>
        <pc:graphicFrameChg chg="add mod modGraphic">
          <ac:chgData name="Manglicmot, Lea" userId="f9d84f97-8302-421f-ad27-792d502ff9f0" providerId="ADAL" clId="{6D11895F-E536-4199-8257-03ED8165D07C}" dt="2026-10-01T22:03:25.723" v="11565" actId="20577"/>
          <ac:graphicFrameMkLst>
            <pc:docMk/>
            <pc:sldMk cId="1526362281" sldId="265"/>
            <ac:graphicFrameMk id="24" creationId="{8C091F0F-3739-C8D8-1146-A41018CF1013}"/>
          </ac:graphicFrameMkLst>
        </pc:graphicFrameChg>
        <pc:picChg chg="add mod">
          <ac:chgData name="Manglicmot, Lea" userId="f9d84f97-8302-421f-ad27-792d502ff9f0" providerId="ADAL" clId="{6D11895F-E536-4199-8257-03ED8165D07C}" dt="2026-10-01T17:33:00.830" v="8025" actId="164"/>
          <ac:picMkLst>
            <pc:docMk/>
            <pc:sldMk cId="1526362281" sldId="265"/>
            <ac:picMk id="12" creationId="{CC5A86A4-223D-9466-35E7-7855746160C8}"/>
          </ac:picMkLst>
        </pc:picChg>
        <pc:picChg chg="add del mod">
          <ac:chgData name="Manglicmot, Lea" userId="f9d84f97-8302-421f-ad27-792d502ff9f0" providerId="ADAL" clId="{6D11895F-E536-4199-8257-03ED8165D07C}" dt="2026-10-01T17:29:08.979" v="7327" actId="478"/>
          <ac:picMkLst>
            <pc:docMk/>
            <pc:sldMk cId="1526362281" sldId="265"/>
            <ac:picMk id="14" creationId="{418AE048-F81B-AAEB-468B-6AFAEF69F2D0}"/>
          </ac:picMkLst>
        </pc:picChg>
        <pc:picChg chg="add del mod">
          <ac:chgData name="Manglicmot, Lea" userId="f9d84f97-8302-421f-ad27-792d502ff9f0" providerId="ADAL" clId="{6D11895F-E536-4199-8257-03ED8165D07C}" dt="2026-10-01T17:29:08.723" v="7326" actId="478"/>
          <ac:picMkLst>
            <pc:docMk/>
            <pc:sldMk cId="1526362281" sldId="265"/>
            <ac:picMk id="16" creationId="{E72A9E85-D41B-D283-CDE7-C20DE01F1A35}"/>
          </ac:picMkLst>
        </pc:picChg>
        <pc:picChg chg="add del mod">
          <ac:chgData name="Manglicmot, Lea" userId="f9d84f97-8302-421f-ad27-792d502ff9f0" providerId="ADAL" clId="{6D11895F-E536-4199-8257-03ED8165D07C}" dt="2026-10-01T17:29:38.963" v="7329" actId="478"/>
          <ac:picMkLst>
            <pc:docMk/>
            <pc:sldMk cId="1526362281" sldId="265"/>
            <ac:picMk id="18" creationId="{105A4595-698B-1037-8FD4-1B8A1B891223}"/>
          </ac:picMkLst>
        </pc:picChg>
        <pc:picChg chg="add mod">
          <ac:chgData name="Manglicmot, Lea" userId="f9d84f97-8302-421f-ad27-792d502ff9f0" providerId="ADAL" clId="{6D11895F-E536-4199-8257-03ED8165D07C}" dt="2026-10-01T17:33:00.830" v="8025" actId="164"/>
          <ac:picMkLst>
            <pc:docMk/>
            <pc:sldMk cId="1526362281" sldId="265"/>
            <ac:picMk id="20" creationId="{FD89371C-9B03-B295-7323-0D397406FC4D}"/>
          </ac:picMkLst>
        </pc:picChg>
      </pc:sldChg>
      <pc:sldChg chg="modSp add mod">
        <pc:chgData name="Manglicmot, Lea" userId="f9d84f97-8302-421f-ad27-792d502ff9f0" providerId="ADAL" clId="{6D11895F-E536-4199-8257-03ED8165D07C}" dt="2026-10-01T19:36:22.603" v="9582" actId="1076"/>
        <pc:sldMkLst>
          <pc:docMk/>
          <pc:sldMk cId="521144340" sldId="266"/>
        </pc:sldMkLst>
        <pc:spChg chg="mod">
          <ac:chgData name="Manglicmot, Lea" userId="f9d84f97-8302-421f-ad27-792d502ff9f0" providerId="ADAL" clId="{6D11895F-E536-4199-8257-03ED8165D07C}" dt="2026-10-01T19:36:18.147" v="9581" actId="20577"/>
          <ac:spMkLst>
            <pc:docMk/>
            <pc:sldMk cId="521144340" sldId="266"/>
            <ac:spMk id="3" creationId="{2DCC7E8B-3CDC-C8EA-6878-0B5194980EFB}"/>
          </ac:spMkLst>
        </pc:spChg>
        <pc:spChg chg="mod">
          <ac:chgData name="Manglicmot, Lea" userId="f9d84f97-8302-421f-ad27-792d502ff9f0" providerId="ADAL" clId="{6D11895F-E536-4199-8257-03ED8165D07C}" dt="2026-10-01T17:52:11.706" v="8100" actId="1076"/>
          <ac:spMkLst>
            <pc:docMk/>
            <pc:sldMk cId="521144340" sldId="266"/>
            <ac:spMk id="10" creationId="{91FEE46E-01ED-E962-AE06-090681F61DEF}"/>
          </ac:spMkLst>
        </pc:spChg>
        <pc:spChg chg="mod">
          <ac:chgData name="Manglicmot, Lea" userId="f9d84f97-8302-421f-ad27-792d502ff9f0" providerId="ADAL" clId="{6D11895F-E536-4199-8257-03ED8165D07C}" dt="2026-10-01T19:36:22.603" v="9582" actId="1076"/>
          <ac:spMkLst>
            <pc:docMk/>
            <pc:sldMk cId="521144340" sldId="266"/>
            <ac:spMk id="22" creationId="{3358A536-E7DF-1068-B7FB-7E399ABA1EAD}"/>
          </ac:spMkLst>
        </pc:spChg>
      </pc:sldChg>
      <pc:sldChg chg="new del">
        <pc:chgData name="Manglicmot, Lea" userId="f9d84f97-8302-421f-ad27-792d502ff9f0" providerId="ADAL" clId="{6D11895F-E536-4199-8257-03ED8165D07C}" dt="2026-10-01T17:33:09.983" v="8029" actId="47"/>
        <pc:sldMkLst>
          <pc:docMk/>
          <pc:sldMk cId="4159587592" sldId="266"/>
        </pc:sldMkLst>
      </pc:sldChg>
      <pc:sldChg chg="addSp delSp modSp new mod">
        <pc:chgData name="Manglicmot, Lea" userId="f9d84f97-8302-421f-ad27-792d502ff9f0" providerId="ADAL" clId="{6D11895F-E536-4199-8257-03ED8165D07C}" dt="2026-10-01T22:30:22.821" v="12257" actId="2164"/>
        <pc:sldMkLst>
          <pc:docMk/>
          <pc:sldMk cId="1012231743" sldId="267"/>
        </pc:sldMkLst>
        <pc:spChg chg="del">
          <ac:chgData name="Manglicmot, Lea" userId="f9d84f97-8302-421f-ad27-792d502ff9f0" providerId="ADAL" clId="{6D11895F-E536-4199-8257-03ED8165D07C}" dt="2026-10-01T22:28:51.919" v="12108" actId="478"/>
          <ac:spMkLst>
            <pc:docMk/>
            <pc:sldMk cId="1012231743" sldId="267"/>
            <ac:spMk id="2" creationId="{A1CFDEB6-845F-A320-B1AE-16F5731FE306}"/>
          </ac:spMkLst>
        </pc:spChg>
        <pc:spChg chg="del">
          <ac:chgData name="Manglicmot, Lea" userId="f9d84f97-8302-421f-ad27-792d502ff9f0" providerId="ADAL" clId="{6D11895F-E536-4199-8257-03ED8165D07C}" dt="2026-10-01T22:28:51.919" v="12108" actId="478"/>
          <ac:spMkLst>
            <pc:docMk/>
            <pc:sldMk cId="1012231743" sldId="267"/>
            <ac:spMk id="3" creationId="{65A8BCC5-C613-CF1B-D573-CAE7F5B1736A}"/>
          </ac:spMkLst>
        </pc:spChg>
        <pc:spChg chg="add mod">
          <ac:chgData name="Manglicmot, Lea" userId="f9d84f97-8302-421f-ad27-792d502ff9f0" providerId="ADAL" clId="{6D11895F-E536-4199-8257-03ED8165D07C}" dt="2026-10-01T22:29:22.577" v="12201" actId="20577"/>
          <ac:spMkLst>
            <pc:docMk/>
            <pc:sldMk cId="1012231743" sldId="267"/>
            <ac:spMk id="5" creationId="{A14BB8ED-1CB1-28B2-67CF-DED664892C72}"/>
          </ac:spMkLst>
        </pc:spChg>
        <pc:graphicFrameChg chg="add mod modGraphic">
          <ac:chgData name="Manglicmot, Lea" userId="f9d84f97-8302-421f-ad27-792d502ff9f0" providerId="ADAL" clId="{6D11895F-E536-4199-8257-03ED8165D07C}" dt="2026-10-01T22:30:22.821" v="12257" actId="2164"/>
          <ac:graphicFrameMkLst>
            <pc:docMk/>
            <pc:sldMk cId="1012231743" sldId="267"/>
            <ac:graphicFrameMk id="7" creationId="{E1865E28-2683-0E25-6DAD-4D0386DFEB19}"/>
          </ac:graphicFrameMkLst>
        </pc:graphicFrame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846CE7D5-CF57-46EF-B807-FDD0502418D4}" type="datetimeFigureOut">
              <a:rPr lang="en-US" smtClean="0"/>
              <a:t>10/1/2026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46CE7D5-CF57-46EF-B807-FDD0502418D4}" type="datetimeFigureOut">
              <a:rPr lang="en-US" smtClean="0"/>
              <a:t>10/1/2026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46CE7D5-CF57-46EF-B807-FDD0502418D4}" type="datetimeFigureOut">
              <a:rPr lang="en-US" smtClean="0"/>
              <a:t>10/1/2026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US" smtClean="0"/>
              <a:t>10/1/2026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10/1/2026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10/1/2026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US" smtClean="0"/>
              <a:t>10/1/2026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US" smtClean="0"/>
              <a:t>‹#›</a:t>
            </a:fld>
            <a:endParaRPr lang="en-US"/>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3.emf"/><Relationship Id="rId4" Type="http://schemas.openxmlformats.org/officeDocument/2006/relationships/image" Target="../media/image2.emf"/></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emf"/><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8.emf"/><Relationship Id="rId5" Type="http://schemas.openxmlformats.org/officeDocument/2006/relationships/image" Target="../media/image7.emf"/><Relationship Id="rId4" Type="http://schemas.openxmlformats.org/officeDocument/2006/relationships/image" Target="../media/image6.emf"/></Relationships>
</file>

<file path=ppt/slides/_rels/slide6.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emf"/><Relationship Id="rId1" Type="http://schemas.openxmlformats.org/officeDocument/2006/relationships/slideLayout" Target="../slideLayouts/slideLayout2.xml"/><Relationship Id="rId6" Type="http://schemas.openxmlformats.org/officeDocument/2006/relationships/image" Target="../media/image14.emf"/><Relationship Id="rId5" Type="http://schemas.openxmlformats.org/officeDocument/2006/relationships/image" Target="../media/image13.emf"/><Relationship Id="rId4" Type="http://schemas.openxmlformats.org/officeDocument/2006/relationships/image" Target="../media/image12.emf"/></Relationships>
</file>

<file path=ppt/slides/_rels/slide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fontScale="90000"/>
          </a:bodyPr>
          <a:lstStyle/>
          <a:p>
            <a:r>
              <a:rPr lang="en-US" dirty="0"/>
              <a:t>Type 4 SST full-order differential-algebraic equations</a:t>
            </a:r>
          </a:p>
        </p:txBody>
      </p:sp>
      <p:sp>
        <p:nvSpPr>
          <p:cNvPr id="3" name="Subtitle 2"/>
          <p:cNvSpPr>
            <a:spLocks noGrp="1"/>
          </p:cNvSpPr>
          <p:nvPr>
            <p:ph type="subTitle" idx="1"/>
          </p:nvPr>
        </p:nvSpPr>
        <p:spPr/>
        <p:txBody>
          <a:bodyPr vert="horz" lIns="91440" tIns="45720" rIns="91440" bIns="45720" rtlCol="0" anchor="t">
            <a:normAutofit/>
          </a:bodyPr>
          <a:lstStyle/>
          <a:p>
            <a:endParaRPr lang="en-US" dirty="0"/>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14BB8ED-1CB1-28B2-67CF-DED664892C72}"/>
              </a:ext>
            </a:extLst>
          </p:cNvPr>
          <p:cNvSpPr txBox="1"/>
          <p:nvPr/>
        </p:nvSpPr>
        <p:spPr>
          <a:xfrm>
            <a:off x="366401" y="400421"/>
            <a:ext cx="7165615" cy="461665"/>
          </a:xfrm>
          <a:prstGeom prst="rect">
            <a:avLst/>
          </a:prstGeom>
          <a:noFill/>
        </p:spPr>
        <p:txBody>
          <a:bodyPr wrap="square">
            <a:spAutoFit/>
          </a:bodyPr>
          <a:lstStyle/>
          <a:p>
            <a:r>
              <a:rPr lang="en-US" sz="1200" dirty="0">
                <a:latin typeface="Calibri" panose="020F0502020204030204" pitchFamily="34" charset="0"/>
                <a:ea typeface="Calibri" panose="020F0502020204030204" pitchFamily="34" charset="0"/>
                <a:cs typeface="Calibri" panose="020F0502020204030204" pitchFamily="34" charset="0"/>
              </a:rPr>
              <a:t>Checking the control-generated setpoint:</a:t>
            </a:r>
          </a:p>
          <a:p>
            <a:endParaRPr lang="en-US" sz="1200" dirty="0">
              <a:solidFill>
                <a:srgbClr val="FF0000"/>
              </a:solidFill>
            </a:endParaRPr>
          </a:p>
        </p:txBody>
      </p:sp>
      <p:graphicFrame>
        <p:nvGraphicFramePr>
          <p:cNvPr id="7" name="Table 6">
            <a:extLst>
              <a:ext uri="{FF2B5EF4-FFF2-40B4-BE49-F238E27FC236}">
                <a16:creationId xmlns:a16="http://schemas.microsoft.com/office/drawing/2014/main" id="{E1865E28-2683-0E25-6DAD-4D0386DFEB19}"/>
              </a:ext>
            </a:extLst>
          </p:cNvPr>
          <p:cNvGraphicFramePr>
            <a:graphicFrameLocks noGrp="1"/>
          </p:cNvGraphicFramePr>
          <p:nvPr>
            <p:extLst>
              <p:ext uri="{D42A27DB-BD31-4B8C-83A1-F6EECF244321}">
                <p14:modId xmlns:p14="http://schemas.microsoft.com/office/powerpoint/2010/main" val="2437954306"/>
              </p:ext>
            </p:extLst>
          </p:nvPr>
        </p:nvGraphicFramePr>
        <p:xfrm>
          <a:off x="9057489" y="862086"/>
          <a:ext cx="1781176" cy="1854200"/>
        </p:xfrm>
        <a:graphic>
          <a:graphicData uri="http://schemas.openxmlformats.org/drawingml/2006/table">
            <a:tbl>
              <a:tblPr firstRow="1" bandRow="1">
                <a:tableStyleId>{5C22544A-7EE6-4342-B048-85BDC9FD1C3A}</a:tableStyleId>
              </a:tblPr>
              <a:tblGrid>
                <a:gridCol w="837593">
                  <a:extLst>
                    <a:ext uri="{9D8B030D-6E8A-4147-A177-3AD203B41FA5}">
                      <a16:colId xmlns:a16="http://schemas.microsoft.com/office/drawing/2014/main" val="3399047559"/>
                    </a:ext>
                  </a:extLst>
                </a:gridCol>
                <a:gridCol w="943583">
                  <a:extLst>
                    <a:ext uri="{9D8B030D-6E8A-4147-A177-3AD203B41FA5}">
                      <a16:colId xmlns:a16="http://schemas.microsoft.com/office/drawing/2014/main" val="3812956674"/>
                    </a:ext>
                  </a:extLst>
                </a:gridCol>
              </a:tblGrid>
              <a:tr h="370840">
                <a:tc>
                  <a:txBody>
                    <a:bodyPr/>
                    <a:lstStyle/>
                    <a:p>
                      <a:r>
                        <a:rPr lang="en-US" sz="1400" dirty="0"/>
                        <a:t>State</a:t>
                      </a:r>
                    </a:p>
                  </a:txBody>
                  <a:tcPr/>
                </a:tc>
                <a:tc>
                  <a:txBody>
                    <a:bodyPr/>
                    <a:lstStyle/>
                    <a:p>
                      <a:r>
                        <a:rPr lang="en-US" sz="1400" dirty="0"/>
                        <a:t>Value </a:t>
                      </a:r>
                    </a:p>
                  </a:txBody>
                  <a:tcPr/>
                </a:tc>
                <a:extLst>
                  <a:ext uri="{0D108BD9-81ED-4DB2-BD59-A6C34878D82A}">
                    <a16:rowId xmlns:a16="http://schemas.microsoft.com/office/drawing/2014/main" val="2244170369"/>
                  </a:ext>
                </a:extLst>
              </a:tr>
              <a:tr h="370840">
                <a:tc>
                  <a:txBody>
                    <a:bodyPr/>
                    <a:lstStyle/>
                    <a:p>
                      <a:r>
                        <a:rPr lang="en-US" sz="1400" dirty="0"/>
                        <a:t>id*</a:t>
                      </a:r>
                    </a:p>
                  </a:txBody>
                  <a:tcPr/>
                </a:tc>
                <a:tc>
                  <a:txBody>
                    <a:bodyPr/>
                    <a:lstStyle/>
                    <a:p>
                      <a:endParaRPr lang="en-US" sz="1400" dirty="0"/>
                    </a:p>
                  </a:txBody>
                  <a:tcPr/>
                </a:tc>
                <a:extLst>
                  <a:ext uri="{0D108BD9-81ED-4DB2-BD59-A6C34878D82A}">
                    <a16:rowId xmlns:a16="http://schemas.microsoft.com/office/drawing/2014/main" val="1319797422"/>
                  </a:ext>
                </a:extLst>
              </a:tr>
              <a:tr h="370840">
                <a:tc>
                  <a:txBody>
                    <a:bodyPr/>
                    <a:lstStyle/>
                    <a:p>
                      <a:r>
                        <a:rPr lang="en-US" sz="1400" dirty="0" err="1"/>
                        <a:t>id_hat</a:t>
                      </a:r>
                      <a:endParaRPr lang="en-US" sz="1400" dirty="0"/>
                    </a:p>
                  </a:txBody>
                  <a:tcPr/>
                </a:tc>
                <a:tc>
                  <a:txBody>
                    <a:bodyPr/>
                    <a:lstStyle/>
                    <a:p>
                      <a:endParaRPr lang="en-US" sz="1400" dirty="0"/>
                    </a:p>
                  </a:txBody>
                  <a:tcPr/>
                </a:tc>
                <a:extLst>
                  <a:ext uri="{0D108BD9-81ED-4DB2-BD59-A6C34878D82A}">
                    <a16:rowId xmlns:a16="http://schemas.microsoft.com/office/drawing/2014/main" val="2154517696"/>
                  </a:ext>
                </a:extLst>
              </a:tr>
              <a:tr h="370840">
                <a:tc>
                  <a:txBody>
                    <a:bodyPr/>
                    <a:lstStyle/>
                    <a:p>
                      <a:r>
                        <a:rPr lang="en-US" sz="1400" dirty="0" err="1"/>
                        <a:t>vconv,d</a:t>
                      </a:r>
                      <a:endParaRPr lang="en-US" sz="1400" dirty="0"/>
                    </a:p>
                  </a:txBody>
                  <a:tcPr/>
                </a:tc>
                <a:tc>
                  <a:txBody>
                    <a:bodyPr/>
                    <a:lstStyle/>
                    <a:p>
                      <a:endParaRPr lang="en-US" sz="1400" dirty="0"/>
                    </a:p>
                  </a:txBody>
                  <a:tcPr/>
                </a:tc>
                <a:extLst>
                  <a:ext uri="{0D108BD9-81ED-4DB2-BD59-A6C34878D82A}">
                    <a16:rowId xmlns:a16="http://schemas.microsoft.com/office/drawing/2014/main" val="3235213748"/>
                  </a:ext>
                </a:extLst>
              </a:tr>
              <a:tr h="370840">
                <a:tc>
                  <a:txBody>
                    <a:bodyPr/>
                    <a:lstStyle/>
                    <a:p>
                      <a:r>
                        <a:rPr lang="en-US" sz="1400" dirty="0" err="1"/>
                        <a:t>vconv,q</a:t>
                      </a:r>
                      <a:endParaRPr lang="en-US" sz="1400" dirty="0"/>
                    </a:p>
                  </a:txBody>
                  <a:tcPr/>
                </a:tc>
                <a:tc>
                  <a:txBody>
                    <a:bodyPr/>
                    <a:lstStyle/>
                    <a:p>
                      <a:endParaRPr lang="en-US" sz="1400" dirty="0"/>
                    </a:p>
                  </a:txBody>
                  <a:tcPr/>
                </a:tc>
                <a:extLst>
                  <a:ext uri="{0D108BD9-81ED-4DB2-BD59-A6C34878D82A}">
                    <a16:rowId xmlns:a16="http://schemas.microsoft.com/office/drawing/2014/main" val="3227296928"/>
                  </a:ext>
                </a:extLst>
              </a:tr>
            </a:tbl>
          </a:graphicData>
        </a:graphic>
      </p:graphicFrame>
    </p:spTree>
    <p:extLst>
      <p:ext uri="{BB962C8B-B14F-4D97-AF65-F5344CB8AC3E}">
        <p14:creationId xmlns:p14="http://schemas.microsoft.com/office/powerpoint/2010/main" val="10122317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8D050-335D-762B-683C-EB64BEF16CED}"/>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3896F0B9-E8E4-87D6-7D56-56EBAB36C1B4}"/>
              </a:ext>
            </a:extLst>
          </p:cNvPr>
          <p:cNvSpPr txBox="1"/>
          <p:nvPr/>
        </p:nvSpPr>
        <p:spPr>
          <a:xfrm>
            <a:off x="488950" y="1046556"/>
            <a:ext cx="8210550" cy="2492990"/>
          </a:xfrm>
          <a:prstGeom prst="rect">
            <a:avLst/>
          </a:prstGeom>
          <a:noFill/>
        </p:spPr>
        <p:txBody>
          <a:bodyPr wrap="square" rtlCol="0">
            <a:spAutoFit/>
          </a:bodyPr>
          <a:lstStyle/>
          <a:p>
            <a:r>
              <a:rPr lang="en-US" sz="1200" b="1" dirty="0"/>
              <a:t>Expectations</a:t>
            </a:r>
          </a:p>
          <a:p>
            <a:pPr marL="171450" indent="-171450">
              <a:buFont typeface="Arial" panose="020B0604020202020204" pitchFamily="34" charset="0"/>
              <a:buChar char="•"/>
            </a:pPr>
            <a:r>
              <a:rPr lang="en-US" sz="1200" dirty="0"/>
              <a:t>vg, ig must be about 180 degrees out of phase because of the current direction that I chose, where ig is going into the </a:t>
            </a:r>
            <a:r>
              <a:rPr lang="en-US" sz="1200" dirty="0" err="1"/>
              <a:t>the</a:t>
            </a:r>
            <a:r>
              <a:rPr lang="en-US" sz="1200" dirty="0"/>
              <a:t> AC voltage source while the rectifier is actually sending current the opposite direction to service the DC load. </a:t>
            </a:r>
          </a:p>
          <a:p>
            <a:pPr marL="628650" lvl="1" indent="-171450">
              <a:buFont typeface="Arial" panose="020B0604020202020204" pitchFamily="34" charset="0"/>
              <a:buChar char="•"/>
            </a:pPr>
            <a:r>
              <a:rPr lang="en-US" sz="1200" dirty="0"/>
              <a:t>Because of this current convention, </a:t>
            </a:r>
            <a:r>
              <a:rPr lang="en-US" sz="1200" dirty="0" err="1"/>
              <a:t>igd</a:t>
            </a:r>
            <a:r>
              <a:rPr lang="en-US" sz="1200" dirty="0"/>
              <a:t> should be negative. (</a:t>
            </a:r>
            <a:r>
              <a:rPr lang="en-US" sz="1200" dirty="0" err="1"/>
              <a:t>igd</a:t>
            </a:r>
            <a:r>
              <a:rPr lang="en-US" sz="1200" dirty="0"/>
              <a:t>&lt;0)</a:t>
            </a:r>
          </a:p>
          <a:p>
            <a:pPr marL="171450" indent="-171450">
              <a:buFont typeface="Arial" panose="020B0604020202020204" pitchFamily="34" charset="0"/>
              <a:buChar char="•"/>
            </a:pPr>
            <a:r>
              <a:rPr lang="en-US" sz="1200" dirty="0" err="1"/>
              <a:t>igq</a:t>
            </a:r>
            <a:r>
              <a:rPr lang="en-US" sz="1200" dirty="0"/>
              <a:t> ~ 0, according to the setpoint</a:t>
            </a:r>
          </a:p>
          <a:p>
            <a:pPr marL="171450" indent="-171450">
              <a:buFont typeface="Arial" panose="020B0604020202020204" pitchFamily="34" charset="0"/>
              <a:buChar char="•"/>
            </a:pPr>
            <a:r>
              <a:rPr lang="en-US" sz="1200" dirty="0"/>
              <a:t>Also, it is expected that </a:t>
            </a:r>
            <a:r>
              <a:rPr lang="en-US" sz="1200" dirty="0" err="1"/>
              <a:t>iL</a:t>
            </a:r>
            <a:r>
              <a:rPr lang="en-US" sz="1200" dirty="0"/>
              <a:t> somehow leads ig because </a:t>
            </a:r>
            <a:r>
              <a:rPr lang="en-US" sz="1200" dirty="0" err="1"/>
              <a:t>iL</a:t>
            </a:r>
            <a:r>
              <a:rPr lang="en-US" sz="1200" dirty="0"/>
              <a:t> = ig + </a:t>
            </a:r>
            <a:r>
              <a:rPr lang="en-US" sz="1200" dirty="0" err="1"/>
              <a:t>iC</a:t>
            </a:r>
            <a:r>
              <a:rPr lang="en-US" sz="1200" dirty="0"/>
              <a:t>.</a:t>
            </a:r>
          </a:p>
          <a:p>
            <a:pPr marL="171450" indent="-171450">
              <a:buFont typeface="Arial" panose="020B0604020202020204" pitchFamily="34" charset="0"/>
              <a:buChar char="•"/>
            </a:pPr>
            <a:r>
              <a:rPr lang="en-US" sz="1200" dirty="0"/>
              <a:t>It is expected the vg an </a:t>
            </a:r>
            <a:r>
              <a:rPr lang="en-US" sz="1200" dirty="0" err="1"/>
              <a:t>vC</a:t>
            </a:r>
            <a:r>
              <a:rPr lang="en-US" sz="1200" dirty="0"/>
              <a:t> are about in phase, which some small difference in order to drive current across Lg, </a:t>
            </a:r>
            <a:r>
              <a:rPr lang="en-US" sz="1200" dirty="0" err="1"/>
              <a:t>Rg</a:t>
            </a:r>
            <a:r>
              <a:rPr lang="en-US" sz="1200" dirty="0"/>
              <a:t>.</a:t>
            </a:r>
          </a:p>
          <a:p>
            <a:pPr marL="171450" indent="-171450">
              <a:buFont typeface="Arial" panose="020B0604020202020204" pitchFamily="34" charset="0"/>
              <a:buChar char="•"/>
            </a:pPr>
            <a:r>
              <a:rPr lang="en-US" sz="1200" dirty="0"/>
              <a:t>The current convention in the equations treats current flowing from the converter to the grid as positive</a:t>
            </a:r>
          </a:p>
          <a:p>
            <a:endParaRPr lang="en-US" sz="1200" dirty="0"/>
          </a:p>
          <a:p>
            <a:r>
              <a:rPr lang="en-US" sz="1200" b="1" dirty="0"/>
              <a:t>Inconsistencies:</a:t>
            </a:r>
          </a:p>
          <a:p>
            <a:pPr marL="171450" indent="-171450">
              <a:buFont typeface="Arial" panose="020B0604020202020204" pitchFamily="34" charset="0"/>
              <a:buChar char="•"/>
            </a:pPr>
            <a:r>
              <a:rPr lang="en-US" sz="1200" dirty="0" err="1">
                <a:solidFill>
                  <a:srgbClr val="FF0000"/>
                </a:solidFill>
              </a:rPr>
              <a:t>igd</a:t>
            </a:r>
            <a:r>
              <a:rPr lang="en-US" sz="1200" dirty="0">
                <a:solidFill>
                  <a:srgbClr val="FF0000"/>
                </a:solidFill>
              </a:rPr>
              <a:t>&gt;0, meaning the system is feeding current to the grid instead of the load</a:t>
            </a:r>
          </a:p>
          <a:p>
            <a:pPr marL="171450" indent="-171450">
              <a:buFont typeface="Arial" panose="020B0604020202020204" pitchFamily="34" charset="0"/>
              <a:buChar char="•"/>
            </a:pPr>
            <a:r>
              <a:rPr lang="en-US" sz="1200" dirty="0">
                <a:solidFill>
                  <a:schemeClr val="accent2"/>
                </a:solidFill>
              </a:rPr>
              <a:t>Perhaps </a:t>
            </a:r>
            <a:r>
              <a:rPr lang="en-US" sz="1200" dirty="0" err="1">
                <a:solidFill>
                  <a:schemeClr val="accent2"/>
                </a:solidFill>
              </a:rPr>
              <a:t>igq</a:t>
            </a:r>
            <a:r>
              <a:rPr lang="en-US" sz="1200" dirty="0">
                <a:solidFill>
                  <a:schemeClr val="accent2"/>
                </a:solidFill>
              </a:rPr>
              <a:t> is sufficiently close to 0, as according to the setpoint</a:t>
            </a:r>
          </a:p>
          <a:p>
            <a:pPr marL="171450" indent="-171450">
              <a:buFont typeface="Arial" panose="020B0604020202020204" pitchFamily="34" charset="0"/>
              <a:buChar char="•"/>
            </a:pPr>
            <a:endParaRPr lang="en-US" sz="1200" dirty="0"/>
          </a:p>
        </p:txBody>
      </p:sp>
      <p:sp>
        <p:nvSpPr>
          <p:cNvPr id="22" name="TextBox 21">
            <a:extLst>
              <a:ext uri="{FF2B5EF4-FFF2-40B4-BE49-F238E27FC236}">
                <a16:creationId xmlns:a16="http://schemas.microsoft.com/office/drawing/2014/main" id="{CE49D272-09B4-69E2-446E-6FCB92C3EED3}"/>
              </a:ext>
            </a:extLst>
          </p:cNvPr>
          <p:cNvSpPr txBox="1"/>
          <p:nvPr/>
        </p:nvSpPr>
        <p:spPr>
          <a:xfrm>
            <a:off x="203199" y="190500"/>
            <a:ext cx="11345926" cy="584775"/>
          </a:xfrm>
          <a:prstGeom prst="rect">
            <a:avLst/>
          </a:prstGeom>
          <a:noFill/>
        </p:spPr>
        <p:txBody>
          <a:bodyPr wrap="none" rtlCol="0">
            <a:spAutoFit/>
          </a:bodyPr>
          <a:lstStyle/>
          <a:p>
            <a:r>
              <a:rPr lang="en-US" sz="3200" dirty="0"/>
              <a:t>Rectifier – troubleshooting the grid-side state </a:t>
            </a:r>
            <a:r>
              <a:rPr lang="en-US" sz="3200"/>
              <a:t>phase differences</a:t>
            </a:r>
            <a:endParaRPr lang="en-US" sz="3200" dirty="0"/>
          </a:p>
        </p:txBody>
      </p:sp>
      <p:graphicFrame>
        <p:nvGraphicFramePr>
          <p:cNvPr id="24" name="Table 23">
            <a:extLst>
              <a:ext uri="{FF2B5EF4-FFF2-40B4-BE49-F238E27FC236}">
                <a16:creationId xmlns:a16="http://schemas.microsoft.com/office/drawing/2014/main" id="{8C091F0F-3739-C8D8-1146-A41018CF1013}"/>
              </a:ext>
            </a:extLst>
          </p:cNvPr>
          <p:cNvGraphicFramePr>
            <a:graphicFrameLocks noGrp="1"/>
          </p:cNvGraphicFramePr>
          <p:nvPr>
            <p:extLst>
              <p:ext uri="{D42A27DB-BD31-4B8C-83A1-F6EECF244321}">
                <p14:modId xmlns:p14="http://schemas.microsoft.com/office/powerpoint/2010/main" val="2463024092"/>
              </p:ext>
            </p:extLst>
          </p:nvPr>
        </p:nvGraphicFramePr>
        <p:xfrm>
          <a:off x="8982075" y="1046556"/>
          <a:ext cx="1781176" cy="3337560"/>
        </p:xfrm>
        <a:graphic>
          <a:graphicData uri="http://schemas.openxmlformats.org/drawingml/2006/table">
            <a:tbl>
              <a:tblPr firstRow="1" bandRow="1">
                <a:tableStyleId>{5C22544A-7EE6-4342-B048-85BDC9FD1C3A}</a:tableStyleId>
              </a:tblPr>
              <a:tblGrid>
                <a:gridCol w="837593">
                  <a:extLst>
                    <a:ext uri="{9D8B030D-6E8A-4147-A177-3AD203B41FA5}">
                      <a16:colId xmlns:a16="http://schemas.microsoft.com/office/drawing/2014/main" val="3399047559"/>
                    </a:ext>
                  </a:extLst>
                </a:gridCol>
                <a:gridCol w="943583">
                  <a:extLst>
                    <a:ext uri="{9D8B030D-6E8A-4147-A177-3AD203B41FA5}">
                      <a16:colId xmlns:a16="http://schemas.microsoft.com/office/drawing/2014/main" val="3812956674"/>
                    </a:ext>
                  </a:extLst>
                </a:gridCol>
              </a:tblGrid>
              <a:tr h="370840">
                <a:tc>
                  <a:txBody>
                    <a:bodyPr/>
                    <a:lstStyle/>
                    <a:p>
                      <a:r>
                        <a:rPr lang="en-US" sz="1400" dirty="0"/>
                        <a:t>State</a:t>
                      </a:r>
                    </a:p>
                  </a:txBody>
                  <a:tcPr/>
                </a:tc>
                <a:tc>
                  <a:txBody>
                    <a:bodyPr/>
                    <a:lstStyle/>
                    <a:p>
                      <a:r>
                        <a:rPr lang="en-US" sz="1400" dirty="0"/>
                        <a:t>Value </a:t>
                      </a:r>
                    </a:p>
                  </a:txBody>
                  <a:tcPr/>
                </a:tc>
                <a:extLst>
                  <a:ext uri="{0D108BD9-81ED-4DB2-BD59-A6C34878D82A}">
                    <a16:rowId xmlns:a16="http://schemas.microsoft.com/office/drawing/2014/main" val="2244170369"/>
                  </a:ext>
                </a:extLst>
              </a:tr>
              <a:tr h="370840">
                <a:tc>
                  <a:txBody>
                    <a:bodyPr/>
                    <a:lstStyle/>
                    <a:p>
                      <a:r>
                        <a:rPr lang="en-US" sz="1400" dirty="0" err="1"/>
                        <a:t>iLd</a:t>
                      </a:r>
                      <a:endParaRPr lang="en-US" sz="1400" dirty="0"/>
                    </a:p>
                  </a:txBody>
                  <a:tcPr/>
                </a:tc>
                <a:tc>
                  <a:txBody>
                    <a:bodyPr/>
                    <a:lstStyle/>
                    <a:p>
                      <a:r>
                        <a:rPr lang="en-US" sz="1400" dirty="0"/>
                        <a:t>2.2929</a:t>
                      </a:r>
                    </a:p>
                  </a:txBody>
                  <a:tcPr/>
                </a:tc>
                <a:extLst>
                  <a:ext uri="{0D108BD9-81ED-4DB2-BD59-A6C34878D82A}">
                    <a16:rowId xmlns:a16="http://schemas.microsoft.com/office/drawing/2014/main" val="1319797422"/>
                  </a:ext>
                </a:extLst>
              </a:tr>
              <a:tr h="370840">
                <a:tc>
                  <a:txBody>
                    <a:bodyPr/>
                    <a:lstStyle/>
                    <a:p>
                      <a:r>
                        <a:rPr lang="en-US" sz="1400" dirty="0" err="1"/>
                        <a:t>iLq</a:t>
                      </a:r>
                      <a:endParaRPr lang="en-US" sz="1400" dirty="0"/>
                    </a:p>
                  </a:txBody>
                  <a:tcPr/>
                </a:tc>
                <a:tc>
                  <a:txBody>
                    <a:bodyPr/>
                    <a:lstStyle/>
                    <a:p>
                      <a:r>
                        <a:rPr lang="en-US" sz="1400" dirty="0"/>
                        <a:t>6.2160</a:t>
                      </a:r>
                    </a:p>
                  </a:txBody>
                  <a:tcPr/>
                </a:tc>
                <a:extLst>
                  <a:ext uri="{0D108BD9-81ED-4DB2-BD59-A6C34878D82A}">
                    <a16:rowId xmlns:a16="http://schemas.microsoft.com/office/drawing/2014/main" val="2154517696"/>
                  </a:ext>
                </a:extLst>
              </a:tr>
              <a:tr h="370840">
                <a:tc>
                  <a:txBody>
                    <a:bodyPr/>
                    <a:lstStyle/>
                    <a:p>
                      <a:r>
                        <a:rPr lang="en-US" sz="1400" dirty="0" err="1"/>
                        <a:t>delta_iL</a:t>
                      </a:r>
                      <a:endParaRPr lang="en-US" sz="1400" dirty="0"/>
                    </a:p>
                  </a:txBody>
                  <a:tcPr/>
                </a:tc>
                <a:tc>
                  <a:txBody>
                    <a:bodyPr/>
                    <a:lstStyle/>
                    <a:p>
                      <a:r>
                        <a:rPr lang="en-US" sz="1400" dirty="0"/>
                        <a:t>69.7525</a:t>
                      </a:r>
                    </a:p>
                  </a:txBody>
                  <a:tcPr/>
                </a:tc>
                <a:extLst>
                  <a:ext uri="{0D108BD9-81ED-4DB2-BD59-A6C34878D82A}">
                    <a16:rowId xmlns:a16="http://schemas.microsoft.com/office/drawing/2014/main" val="3235213748"/>
                  </a:ext>
                </a:extLst>
              </a:tr>
              <a:tr h="370840">
                <a:tc>
                  <a:txBody>
                    <a:bodyPr/>
                    <a:lstStyle/>
                    <a:p>
                      <a:r>
                        <a:rPr lang="en-US" sz="1400" dirty="0" err="1"/>
                        <a:t>igd</a:t>
                      </a:r>
                      <a:endParaRPr lang="en-US" sz="1400" dirty="0"/>
                    </a:p>
                  </a:txBody>
                  <a:tcPr/>
                </a:tc>
                <a:tc>
                  <a:txBody>
                    <a:bodyPr/>
                    <a:lstStyle/>
                    <a:p>
                      <a:r>
                        <a:rPr lang="en-US" sz="1400" dirty="0"/>
                        <a:t>2.3176</a:t>
                      </a:r>
                    </a:p>
                  </a:txBody>
                  <a:tcPr/>
                </a:tc>
                <a:extLst>
                  <a:ext uri="{0D108BD9-81ED-4DB2-BD59-A6C34878D82A}">
                    <a16:rowId xmlns:a16="http://schemas.microsoft.com/office/drawing/2014/main" val="3227296928"/>
                  </a:ext>
                </a:extLst>
              </a:tr>
              <a:tr h="370840">
                <a:tc>
                  <a:txBody>
                    <a:bodyPr/>
                    <a:lstStyle/>
                    <a:p>
                      <a:r>
                        <a:rPr lang="en-US" sz="1400" dirty="0" err="1"/>
                        <a:t>igq</a:t>
                      </a:r>
                      <a:endParaRPr lang="en-US" sz="1400" dirty="0"/>
                    </a:p>
                  </a:txBody>
                  <a:tcPr/>
                </a:tc>
                <a:tc>
                  <a:txBody>
                    <a:bodyPr/>
                    <a:lstStyle/>
                    <a:p>
                      <a:r>
                        <a:rPr lang="en-US" sz="1400" dirty="0"/>
                        <a:t>-0.2133</a:t>
                      </a:r>
                    </a:p>
                  </a:txBody>
                  <a:tcPr/>
                </a:tc>
                <a:extLst>
                  <a:ext uri="{0D108BD9-81ED-4DB2-BD59-A6C34878D82A}">
                    <a16:rowId xmlns:a16="http://schemas.microsoft.com/office/drawing/2014/main" val="2283869215"/>
                  </a:ext>
                </a:extLst>
              </a:tr>
              <a:tr h="370840">
                <a:tc>
                  <a:txBody>
                    <a:bodyPr/>
                    <a:lstStyle/>
                    <a:p>
                      <a:r>
                        <a:rPr lang="en-US" sz="1400" dirty="0" err="1"/>
                        <a:t>delta_ig</a:t>
                      </a:r>
                      <a:endParaRPr lang="en-US" sz="1400" dirty="0"/>
                    </a:p>
                  </a:txBody>
                  <a:tcPr/>
                </a:tc>
                <a:tc>
                  <a:txBody>
                    <a:bodyPr/>
                    <a:lstStyle/>
                    <a:p>
                      <a:r>
                        <a:rPr lang="en-US" sz="1400" dirty="0"/>
                        <a:t>-5.2576</a:t>
                      </a:r>
                    </a:p>
                  </a:txBody>
                  <a:tcPr/>
                </a:tc>
                <a:extLst>
                  <a:ext uri="{0D108BD9-81ED-4DB2-BD59-A6C34878D82A}">
                    <a16:rowId xmlns:a16="http://schemas.microsoft.com/office/drawing/2014/main" val="4107363039"/>
                  </a:ext>
                </a:extLst>
              </a:tr>
              <a:tr h="370840">
                <a:tc>
                  <a:txBody>
                    <a:bodyPr/>
                    <a:lstStyle/>
                    <a:p>
                      <a:r>
                        <a:rPr lang="en-US" sz="1400" dirty="0" err="1"/>
                        <a:t>vCq</a:t>
                      </a:r>
                      <a:endParaRPr lang="en-US" sz="1400" dirty="0"/>
                    </a:p>
                  </a:txBody>
                  <a:tcPr/>
                </a:tc>
                <a:tc>
                  <a:txBody>
                    <a:bodyPr/>
                    <a:lstStyle/>
                    <a:p>
                      <a:r>
                        <a:rPr lang="en-US" sz="1400" dirty="0"/>
                        <a:t>0.6563</a:t>
                      </a:r>
                    </a:p>
                  </a:txBody>
                  <a:tcPr/>
                </a:tc>
                <a:extLst>
                  <a:ext uri="{0D108BD9-81ED-4DB2-BD59-A6C34878D82A}">
                    <a16:rowId xmlns:a16="http://schemas.microsoft.com/office/drawing/2014/main" val="3232197740"/>
                  </a:ext>
                </a:extLst>
              </a:tr>
              <a:tr h="370840">
                <a:tc>
                  <a:txBody>
                    <a:bodyPr/>
                    <a:lstStyle/>
                    <a:p>
                      <a:r>
                        <a:rPr lang="en-US" sz="1400" dirty="0" err="1"/>
                        <a:t>vCd</a:t>
                      </a:r>
                      <a:endParaRPr lang="en-US" sz="1400" dirty="0"/>
                    </a:p>
                  </a:txBody>
                  <a:tcPr/>
                </a:tc>
                <a:tc>
                  <a:txBody>
                    <a:bodyPr/>
                    <a:lstStyle/>
                    <a:p>
                      <a:endParaRPr lang="en-US" sz="1400" dirty="0"/>
                    </a:p>
                  </a:txBody>
                  <a:tcPr/>
                </a:tc>
                <a:extLst>
                  <a:ext uri="{0D108BD9-81ED-4DB2-BD59-A6C34878D82A}">
                    <a16:rowId xmlns:a16="http://schemas.microsoft.com/office/drawing/2014/main" val="1570904013"/>
                  </a:ext>
                </a:extLst>
              </a:tr>
            </a:tbl>
          </a:graphicData>
        </a:graphic>
      </p:graphicFrame>
      <mc:AlternateContent xmlns:mc="http://schemas.openxmlformats.org/markup-compatibility/2006">
        <mc:Choice xmlns:a14="http://schemas.microsoft.com/office/drawing/2010/main" Requires="a14">
          <p:sp>
            <p:nvSpPr>
              <p:cNvPr id="28" name="TextBox 27">
                <a:extLst>
                  <a:ext uri="{FF2B5EF4-FFF2-40B4-BE49-F238E27FC236}">
                    <a16:creationId xmlns:a16="http://schemas.microsoft.com/office/drawing/2014/main" id="{12C99452-F264-1D65-4072-6A0546135F31}"/>
                  </a:ext>
                </a:extLst>
              </p:cNvPr>
              <p:cNvSpPr txBox="1"/>
              <p:nvPr/>
            </p:nvSpPr>
            <p:spPr>
              <a:xfrm>
                <a:off x="488949" y="3539546"/>
                <a:ext cx="7165615" cy="2932406"/>
              </a:xfrm>
              <a:prstGeom prst="rect">
                <a:avLst/>
              </a:prstGeom>
              <a:noFill/>
            </p:spPr>
            <p:txBody>
              <a:bodyPr wrap="square">
                <a:spAutoFit/>
              </a:bodyPr>
              <a:lstStyle/>
              <a:p>
                <a:r>
                  <a:rPr lang="en-US" sz="1200" dirty="0">
                    <a:latin typeface="Calibri" panose="020F0502020204030204" pitchFamily="34" charset="0"/>
                    <a:ea typeface="Calibri" panose="020F0502020204030204" pitchFamily="34" charset="0"/>
                    <a:cs typeface="Calibri" panose="020F0502020204030204" pitchFamily="34" charset="0"/>
                  </a:rPr>
                  <a:t>Checking whether the plant equations make sense. </a:t>
                </a:r>
              </a:p>
              <a:p>
                <a:pPr marL="171450" indent="-171450">
                  <a:buFont typeface="Arial" panose="020B0604020202020204" pitchFamily="34" charset="0"/>
                  <a:buChar char="•"/>
                </a:pPr>
                <a:r>
                  <a:rPr lang="en-US" sz="1200" dirty="0">
                    <a:latin typeface="Calibri" panose="020F0502020204030204" pitchFamily="34" charset="0"/>
                    <a:ea typeface="Calibri" panose="020F0502020204030204" pitchFamily="34" charset="0"/>
                    <a:cs typeface="Calibri" panose="020F0502020204030204" pitchFamily="34" charset="0"/>
                  </a:rPr>
                  <a:t>At steady state, </a:t>
                </a:r>
                <a14:m>
                  <m:oMath xmlns:m="http://schemas.openxmlformats.org/officeDocument/2006/math">
                    <m:acc>
                      <m:accPr>
                        <m:chr m:val="̇"/>
                        <m:ctrlPr>
                          <a:rPr lang="en-US" sz="1200" i="1">
                            <a:latin typeface="Cambria Math" panose="02040503050406030204" pitchFamily="18" charset="0"/>
                          </a:rPr>
                        </m:ctrlPr>
                      </m:accPr>
                      <m:e>
                        <m:sSub>
                          <m:sSubPr>
                            <m:ctrlPr>
                              <a:rPr lang="en-US" sz="1200" i="1">
                                <a:latin typeface="Cambria Math" panose="02040503050406030204" pitchFamily="18" charset="0"/>
                              </a:rPr>
                            </m:ctrlPr>
                          </m:sSubPr>
                          <m:e>
                            <m:r>
                              <a:rPr lang="en-US" sz="1200" i="1">
                                <a:latin typeface="Cambria Math" panose="02040503050406030204" pitchFamily="18" charset="0"/>
                              </a:rPr>
                              <m:t>𝑣</m:t>
                            </m:r>
                          </m:e>
                          <m:sub>
                            <m:r>
                              <a:rPr lang="en-US" sz="1200" i="1">
                                <a:latin typeface="Cambria Math" panose="02040503050406030204" pitchFamily="18" charset="0"/>
                              </a:rPr>
                              <m:t>𝐶</m:t>
                            </m:r>
                            <m:r>
                              <a:rPr lang="en-US" sz="1200" i="1">
                                <a:latin typeface="Cambria Math" panose="02040503050406030204" pitchFamily="18" charset="0"/>
                              </a:rPr>
                              <m:t>,</m:t>
                            </m:r>
                            <m:r>
                              <a:rPr lang="en-US" sz="1200" i="1">
                                <a:latin typeface="Cambria Math" panose="02040503050406030204" pitchFamily="18" charset="0"/>
                              </a:rPr>
                              <m:t>𝑑</m:t>
                            </m:r>
                          </m:sub>
                        </m:sSub>
                      </m:e>
                    </m:acc>
                    <m:r>
                      <a:rPr lang="en-US" sz="1200" b="0" i="1" smtClean="0">
                        <a:latin typeface="Cambria Math" panose="02040503050406030204" pitchFamily="18" charset="0"/>
                      </a:rPr>
                      <m:t>=0</m:t>
                    </m:r>
                  </m:oMath>
                </a14:m>
                <a:endParaRPr lang="en-US" sz="1200" dirty="0">
                  <a:latin typeface="Calibri" panose="020F0502020204030204" pitchFamily="34" charset="0"/>
                  <a:ea typeface="Calibri" panose="020F0502020204030204" pitchFamily="34" charset="0"/>
                  <a:cs typeface="Calibri" panose="020F0502020204030204" pitchFamily="34" charset="0"/>
                </a:endParaRPr>
              </a:p>
              <a:p>
                <a:pPr/>
                <a14:m>
                  <m:oMathPara xmlns:m="http://schemas.openxmlformats.org/officeDocument/2006/math">
                    <m:oMathParaPr>
                      <m:jc m:val="centerGroup"/>
                    </m:oMathParaPr>
                    <m:oMath xmlns:m="http://schemas.openxmlformats.org/officeDocument/2006/math">
                      <m:acc>
                        <m:accPr>
                          <m:chr m:val="̇"/>
                          <m:ctrlPr>
                            <a:rPr lang="en-US" sz="1200" i="1">
                              <a:latin typeface="Cambria Math" panose="02040503050406030204" pitchFamily="18" charset="0"/>
                            </a:rPr>
                          </m:ctrlPr>
                        </m:accPr>
                        <m:e>
                          <m:sSub>
                            <m:sSubPr>
                              <m:ctrlPr>
                                <a:rPr lang="en-US" sz="1200" i="1">
                                  <a:latin typeface="Cambria Math" panose="02040503050406030204" pitchFamily="18" charset="0"/>
                                </a:rPr>
                              </m:ctrlPr>
                            </m:sSubPr>
                            <m:e>
                              <m:r>
                                <a:rPr lang="en-US" sz="1200" i="1">
                                  <a:latin typeface="Cambria Math" panose="02040503050406030204" pitchFamily="18" charset="0"/>
                                </a:rPr>
                                <m:t>𝑣</m:t>
                              </m:r>
                            </m:e>
                            <m:sub>
                              <m:r>
                                <a:rPr lang="en-US" sz="1200" i="1">
                                  <a:latin typeface="Cambria Math" panose="02040503050406030204" pitchFamily="18" charset="0"/>
                                </a:rPr>
                                <m:t>𝐶</m:t>
                              </m:r>
                              <m:r>
                                <a:rPr lang="en-US" sz="1200" i="1">
                                  <a:latin typeface="Cambria Math" panose="02040503050406030204" pitchFamily="18" charset="0"/>
                                </a:rPr>
                                <m:t>,</m:t>
                              </m:r>
                              <m:r>
                                <a:rPr lang="en-US" sz="1200" i="1">
                                  <a:latin typeface="Cambria Math" panose="02040503050406030204" pitchFamily="18" charset="0"/>
                                </a:rPr>
                                <m:t>𝑑</m:t>
                              </m:r>
                            </m:sub>
                          </m:sSub>
                        </m:e>
                      </m:acc>
                      <m:r>
                        <a:rPr lang="en-US" sz="1200" i="1">
                          <a:latin typeface="Cambria Math" panose="02040503050406030204" pitchFamily="18" charset="0"/>
                        </a:rPr>
                        <m:t>=</m:t>
                      </m:r>
                      <m:f>
                        <m:fPr>
                          <m:ctrlPr>
                            <a:rPr lang="en-US" sz="1200" i="1">
                              <a:latin typeface="Cambria Math" panose="02040503050406030204" pitchFamily="18" charset="0"/>
                            </a:rPr>
                          </m:ctrlPr>
                        </m:fPr>
                        <m:num>
                          <m:sSub>
                            <m:sSubPr>
                              <m:ctrlPr>
                                <a:rPr lang="en-US" sz="1200" i="1">
                                  <a:latin typeface="Cambria Math" panose="02040503050406030204" pitchFamily="18" charset="0"/>
                                </a:rPr>
                              </m:ctrlPr>
                            </m:sSubPr>
                            <m:e>
                              <m:r>
                                <a:rPr lang="en-US" sz="1200" i="1">
                                  <a:latin typeface="Cambria Math" panose="02040503050406030204" pitchFamily="18" charset="0"/>
                                </a:rPr>
                                <m:t>𝑖</m:t>
                              </m:r>
                            </m:e>
                            <m:sub>
                              <m:r>
                                <a:rPr lang="en-US" sz="1200" i="1">
                                  <a:latin typeface="Cambria Math" panose="02040503050406030204" pitchFamily="18" charset="0"/>
                                </a:rPr>
                                <m:t>𝐿</m:t>
                              </m:r>
                              <m:r>
                                <a:rPr lang="en-US" sz="1200" i="1">
                                  <a:latin typeface="Cambria Math" panose="02040503050406030204" pitchFamily="18" charset="0"/>
                                </a:rPr>
                                <m:t>,</m:t>
                              </m:r>
                              <m:r>
                                <a:rPr lang="en-US" sz="1200" i="1">
                                  <a:latin typeface="Cambria Math" panose="02040503050406030204" pitchFamily="18" charset="0"/>
                                </a:rPr>
                                <m:t>𝑑</m:t>
                              </m:r>
                            </m:sub>
                          </m:sSub>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𝑖</m:t>
                              </m:r>
                            </m:e>
                            <m:sub>
                              <m:r>
                                <a:rPr lang="en-US" sz="1200" i="1">
                                  <a:latin typeface="Cambria Math" panose="02040503050406030204" pitchFamily="18" charset="0"/>
                                </a:rPr>
                                <m:t>𝑔</m:t>
                              </m:r>
                              <m:r>
                                <a:rPr lang="en-US" sz="1200" i="1">
                                  <a:latin typeface="Cambria Math" panose="02040503050406030204" pitchFamily="18" charset="0"/>
                                </a:rPr>
                                <m:t>,</m:t>
                              </m:r>
                              <m:r>
                                <a:rPr lang="en-US" sz="1200" i="1">
                                  <a:latin typeface="Cambria Math" panose="02040503050406030204" pitchFamily="18" charset="0"/>
                                </a:rPr>
                                <m:t>𝑑</m:t>
                              </m:r>
                            </m:sub>
                          </m:sSub>
                        </m:num>
                        <m:den>
                          <m:r>
                            <a:rPr lang="en-US" sz="1200" i="1">
                              <a:latin typeface="Cambria Math" panose="02040503050406030204" pitchFamily="18" charset="0"/>
                            </a:rPr>
                            <m:t>𝐶</m:t>
                          </m:r>
                        </m:den>
                      </m:f>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𝜔</m:t>
                          </m:r>
                        </m:e>
                        <m:sub>
                          <m:r>
                            <a:rPr lang="en-US" sz="1200" i="1">
                              <a:latin typeface="Cambria Math" panose="02040503050406030204" pitchFamily="18" charset="0"/>
                            </a:rPr>
                            <m:t>0</m:t>
                          </m:r>
                        </m:sub>
                      </m:sSub>
                      <m:sSub>
                        <m:sSubPr>
                          <m:ctrlPr>
                            <a:rPr lang="en-US" sz="1200" i="1">
                              <a:latin typeface="Cambria Math" panose="02040503050406030204" pitchFamily="18" charset="0"/>
                            </a:rPr>
                          </m:ctrlPr>
                        </m:sSubPr>
                        <m:e>
                          <m:r>
                            <a:rPr lang="en-US" sz="1200" i="1">
                              <a:latin typeface="Cambria Math" panose="02040503050406030204" pitchFamily="18" charset="0"/>
                            </a:rPr>
                            <m:t>𝑣</m:t>
                          </m:r>
                        </m:e>
                        <m:sub>
                          <m:r>
                            <a:rPr lang="en-US" sz="1200" i="1">
                              <a:latin typeface="Cambria Math" panose="02040503050406030204" pitchFamily="18" charset="0"/>
                            </a:rPr>
                            <m:t>𝐶</m:t>
                          </m:r>
                          <m:r>
                            <a:rPr lang="en-US" sz="1200" i="1">
                              <a:latin typeface="Cambria Math" panose="02040503050406030204" pitchFamily="18" charset="0"/>
                            </a:rPr>
                            <m:t>,</m:t>
                          </m:r>
                          <m:r>
                            <a:rPr lang="en-US" sz="1200" i="1">
                              <a:latin typeface="Cambria Math" panose="02040503050406030204" pitchFamily="18" charset="0"/>
                            </a:rPr>
                            <m:t>𝑞</m:t>
                          </m:r>
                        </m:sub>
                      </m:sSub>
                    </m:oMath>
                  </m:oMathPara>
                </a14:m>
                <a:endParaRPr lang="en-US" sz="1200" dirty="0"/>
              </a:p>
              <a:p>
                <a:pPr/>
                <a14:m>
                  <m:oMathPara xmlns:m="http://schemas.openxmlformats.org/officeDocument/2006/math">
                    <m:oMathParaPr>
                      <m:jc m:val="centerGroup"/>
                    </m:oMathParaPr>
                    <m:oMath xmlns:m="http://schemas.openxmlformats.org/officeDocument/2006/math">
                      <m:sSub>
                        <m:sSubPr>
                          <m:ctrlPr>
                            <a:rPr lang="en-US" sz="1200" i="1">
                              <a:latin typeface="Cambria Math" panose="02040503050406030204" pitchFamily="18" charset="0"/>
                            </a:rPr>
                          </m:ctrlPr>
                        </m:sSubPr>
                        <m:e>
                          <m:r>
                            <a:rPr lang="en-US" sz="1200" i="1">
                              <a:latin typeface="Cambria Math" panose="02040503050406030204" pitchFamily="18" charset="0"/>
                            </a:rPr>
                            <m:t>𝑖</m:t>
                          </m:r>
                        </m:e>
                        <m:sub>
                          <m:r>
                            <a:rPr lang="en-US" sz="1200" i="1">
                              <a:latin typeface="Cambria Math" panose="02040503050406030204" pitchFamily="18" charset="0"/>
                            </a:rPr>
                            <m:t>𝐿</m:t>
                          </m:r>
                          <m:r>
                            <a:rPr lang="en-US" sz="1200" i="1">
                              <a:latin typeface="Cambria Math" panose="02040503050406030204" pitchFamily="18" charset="0"/>
                            </a:rPr>
                            <m:t>,</m:t>
                          </m:r>
                          <m:r>
                            <a:rPr lang="en-US" sz="1200" i="1">
                              <a:latin typeface="Cambria Math" panose="02040503050406030204" pitchFamily="18" charset="0"/>
                            </a:rPr>
                            <m:t>𝑑</m:t>
                          </m:r>
                        </m:sub>
                      </m:sSub>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𝑖</m:t>
                          </m:r>
                        </m:e>
                        <m:sub>
                          <m:r>
                            <a:rPr lang="en-US" sz="1200" i="1">
                              <a:latin typeface="Cambria Math" panose="02040503050406030204" pitchFamily="18" charset="0"/>
                            </a:rPr>
                            <m:t>𝑔</m:t>
                          </m:r>
                          <m:r>
                            <a:rPr lang="en-US" sz="1200" i="1">
                              <a:latin typeface="Cambria Math" panose="02040503050406030204" pitchFamily="18" charset="0"/>
                            </a:rPr>
                            <m:t>,</m:t>
                          </m:r>
                          <m:r>
                            <a:rPr lang="en-US" sz="1200" i="1">
                              <a:latin typeface="Cambria Math" panose="02040503050406030204" pitchFamily="18" charset="0"/>
                            </a:rPr>
                            <m:t>𝑑</m:t>
                          </m:r>
                        </m:sub>
                      </m:sSub>
                      <m:sSup>
                        <m:sSupPr>
                          <m:ctrlPr>
                            <a:rPr lang="en-US" sz="1200" i="1">
                              <a:latin typeface="Cambria Math" panose="02040503050406030204" pitchFamily="18" charset="0"/>
                            </a:rPr>
                          </m:ctrlPr>
                        </m:sSupPr>
                        <m:e>
                          <m:r>
                            <a:rPr lang="en-US" sz="1200" i="1">
                              <a:latin typeface="Cambria Math" panose="02040503050406030204" pitchFamily="18" charset="0"/>
                            </a:rPr>
                            <m:t>=</m:t>
                          </m:r>
                        </m:e>
                        <m:sup>
                          <m:r>
                            <a:rPr lang="en-US" sz="1200" i="1">
                              <a:latin typeface="Cambria Math" panose="02040503050406030204" pitchFamily="18" charset="0"/>
                            </a:rPr>
                            <m:t>?</m:t>
                          </m:r>
                        </m:sup>
                      </m:sSup>
                      <m:sSub>
                        <m:sSubPr>
                          <m:ctrlPr>
                            <a:rPr lang="en-US" sz="1200" i="1">
                              <a:latin typeface="Cambria Math" panose="02040503050406030204" pitchFamily="18" charset="0"/>
                            </a:rPr>
                          </m:ctrlPr>
                        </m:sSubPr>
                        <m:e>
                          <m:r>
                            <a:rPr lang="en-US" sz="1200" i="1">
                              <a:latin typeface="Cambria Math" panose="02040503050406030204" pitchFamily="18" charset="0"/>
                            </a:rPr>
                            <m:t>−</m:t>
                          </m:r>
                          <m:r>
                            <a:rPr lang="en-US" sz="1200" i="1">
                              <a:latin typeface="Cambria Math" panose="02040503050406030204" pitchFamily="18" charset="0"/>
                            </a:rPr>
                            <m:t>𝜔</m:t>
                          </m:r>
                        </m:e>
                        <m:sub>
                          <m:r>
                            <a:rPr lang="en-US" sz="1200" i="1">
                              <a:latin typeface="Cambria Math" panose="02040503050406030204" pitchFamily="18" charset="0"/>
                            </a:rPr>
                            <m:t>0</m:t>
                          </m:r>
                        </m:sub>
                      </m:sSub>
                      <m:r>
                        <a:rPr lang="en-US" sz="1200" i="1">
                          <a:latin typeface="Cambria Math" panose="02040503050406030204" pitchFamily="18" charset="0"/>
                        </a:rPr>
                        <m:t>𝐶</m:t>
                      </m:r>
                      <m:sSub>
                        <m:sSubPr>
                          <m:ctrlPr>
                            <a:rPr lang="en-US" sz="1200" i="1">
                              <a:latin typeface="Cambria Math" panose="02040503050406030204" pitchFamily="18" charset="0"/>
                            </a:rPr>
                          </m:ctrlPr>
                        </m:sSubPr>
                        <m:e>
                          <m:r>
                            <a:rPr lang="en-US" sz="1200" i="1">
                              <a:latin typeface="Cambria Math" panose="02040503050406030204" pitchFamily="18" charset="0"/>
                            </a:rPr>
                            <m:t>𝑣</m:t>
                          </m:r>
                        </m:e>
                        <m:sub>
                          <m:r>
                            <a:rPr lang="en-US" sz="1200" i="1">
                              <a:latin typeface="Cambria Math" panose="02040503050406030204" pitchFamily="18" charset="0"/>
                            </a:rPr>
                            <m:t>𝐶</m:t>
                          </m:r>
                          <m:r>
                            <a:rPr lang="en-US" sz="1200" i="1">
                              <a:latin typeface="Cambria Math" panose="02040503050406030204" pitchFamily="18" charset="0"/>
                            </a:rPr>
                            <m:t>,</m:t>
                          </m:r>
                          <m:r>
                            <a:rPr lang="en-US" sz="1200" i="1">
                              <a:latin typeface="Cambria Math" panose="02040503050406030204" pitchFamily="18" charset="0"/>
                            </a:rPr>
                            <m:t>𝑞</m:t>
                          </m:r>
                        </m:sub>
                      </m:sSub>
                    </m:oMath>
                  </m:oMathPara>
                </a14:m>
                <a:endParaRPr lang="en-US" sz="1200" dirty="0"/>
              </a:p>
              <a:p>
                <a:pPr/>
                <a14:m>
                  <m:oMathPara xmlns:m="http://schemas.openxmlformats.org/officeDocument/2006/math">
                    <m:oMathParaPr>
                      <m:jc m:val="centerGroup"/>
                    </m:oMathParaPr>
                    <m:oMath xmlns:m="http://schemas.openxmlformats.org/officeDocument/2006/math">
                      <m:r>
                        <a:rPr lang="en-US" sz="1200" i="1">
                          <a:latin typeface="Cambria Math" panose="02040503050406030204" pitchFamily="18" charset="0"/>
                        </a:rPr>
                        <m:t>2.2929−2.3176</m:t>
                      </m:r>
                      <m:sSup>
                        <m:sSupPr>
                          <m:ctrlPr>
                            <a:rPr lang="en-US" sz="1200" i="1">
                              <a:latin typeface="Cambria Math" panose="02040503050406030204" pitchFamily="18" charset="0"/>
                            </a:rPr>
                          </m:ctrlPr>
                        </m:sSupPr>
                        <m:e>
                          <m:r>
                            <a:rPr lang="en-US" sz="1200" i="1">
                              <a:latin typeface="Cambria Math" panose="02040503050406030204" pitchFamily="18" charset="0"/>
                            </a:rPr>
                            <m:t>=</m:t>
                          </m:r>
                        </m:e>
                        <m:sup>
                          <m:r>
                            <a:rPr lang="en-US" sz="1200" i="1">
                              <a:latin typeface="Cambria Math" panose="02040503050406030204" pitchFamily="18" charset="0"/>
                            </a:rPr>
                            <m:t>?</m:t>
                          </m:r>
                        </m:sup>
                      </m:sSup>
                      <m:r>
                        <a:rPr lang="en-US" sz="1200" i="1">
                          <a:latin typeface="Cambria Math" panose="02040503050406030204" pitchFamily="18" charset="0"/>
                        </a:rPr>
                        <m:t>−</m:t>
                      </m:r>
                      <m:d>
                        <m:dPr>
                          <m:ctrlPr>
                            <a:rPr lang="en-US" sz="1200" i="1">
                              <a:latin typeface="Cambria Math" panose="02040503050406030204" pitchFamily="18" charset="0"/>
                            </a:rPr>
                          </m:ctrlPr>
                        </m:dPr>
                        <m:e>
                          <m:r>
                            <a:rPr lang="en-US" sz="1200" i="1">
                              <a:latin typeface="Cambria Math" panose="02040503050406030204" pitchFamily="18" charset="0"/>
                            </a:rPr>
                            <m:t>2</m:t>
                          </m:r>
                          <m:r>
                            <a:rPr lang="en-US" sz="1200" i="1">
                              <a:latin typeface="Cambria Math" panose="02040503050406030204" pitchFamily="18" charset="0"/>
                            </a:rPr>
                            <m:t>𝜋</m:t>
                          </m:r>
                          <m:r>
                            <a:rPr lang="en-US" sz="1200" i="1">
                              <a:latin typeface="Cambria Math" panose="02040503050406030204" pitchFamily="18" charset="0"/>
                            </a:rPr>
                            <m:t>60</m:t>
                          </m:r>
                        </m:e>
                      </m:d>
                      <m:r>
                        <a:rPr lang="en-US" sz="1200" i="1">
                          <a:latin typeface="Cambria Math" panose="02040503050406030204" pitchFamily="18" charset="0"/>
                        </a:rPr>
                        <m:t>(100</m:t>
                      </m:r>
                      <m:r>
                        <a:rPr lang="en-US" sz="1200" i="1">
                          <a:latin typeface="Cambria Math" panose="02040503050406030204" pitchFamily="18" charset="0"/>
                        </a:rPr>
                        <m:t>𝜇</m:t>
                      </m:r>
                      <m:r>
                        <a:rPr lang="en-US" sz="1200" i="1">
                          <a:latin typeface="Cambria Math" panose="02040503050406030204" pitchFamily="18" charset="0"/>
                        </a:rPr>
                        <m:t>𝐹</m:t>
                      </m:r>
                      <m:r>
                        <a:rPr lang="en-US" sz="1200" i="1">
                          <a:latin typeface="Cambria Math" panose="02040503050406030204" pitchFamily="18" charset="0"/>
                        </a:rPr>
                        <m:t>)</m:t>
                      </m:r>
                      <m:d>
                        <m:dPr>
                          <m:ctrlPr>
                            <a:rPr lang="en-US" sz="1200" i="1">
                              <a:latin typeface="Cambria Math" panose="02040503050406030204" pitchFamily="18" charset="0"/>
                            </a:rPr>
                          </m:ctrlPr>
                        </m:dPr>
                        <m:e>
                          <m:r>
                            <a:rPr lang="en-US" sz="1200" i="1">
                              <a:latin typeface="Cambria Math" panose="02040503050406030204" pitchFamily="18" charset="0"/>
                            </a:rPr>
                            <m:t>0.6563</m:t>
                          </m:r>
                        </m:e>
                      </m:d>
                    </m:oMath>
                  </m:oMathPara>
                </a14:m>
                <a:endParaRPr lang="en-US" sz="1200" dirty="0"/>
              </a:p>
              <a:p>
                <a:pPr/>
                <a14:m>
                  <m:oMathPara xmlns:m="http://schemas.openxmlformats.org/officeDocument/2006/math">
                    <m:oMathParaPr>
                      <m:jc m:val="centerGroup"/>
                    </m:oMathParaPr>
                    <m:oMath xmlns:m="http://schemas.openxmlformats.org/officeDocument/2006/math">
                      <m:r>
                        <a:rPr lang="en-US" sz="1200" i="1">
                          <a:latin typeface="Cambria Math" panose="02040503050406030204" pitchFamily="18" charset="0"/>
                        </a:rPr>
                        <m:t>−0.0247=−0.0247</m:t>
                      </m:r>
                    </m:oMath>
                  </m:oMathPara>
                </a14:m>
                <a:endParaRPr lang="en-US" sz="1200" dirty="0">
                  <a:latin typeface="Calibri" panose="020F0502020204030204" pitchFamily="34" charset="0"/>
                  <a:ea typeface="Calibri" panose="020F0502020204030204" pitchFamily="34" charset="0"/>
                  <a:cs typeface="Calibri" panose="020F0502020204030204" pitchFamily="34" charset="0"/>
                </a:endParaRPr>
              </a:p>
              <a:p>
                <a:pPr marL="171450" indent="-171450">
                  <a:buFont typeface="Arial" panose="020B0604020202020204" pitchFamily="34" charset="0"/>
                  <a:buChar char="•"/>
                </a:pPr>
                <a:r>
                  <a:rPr lang="en-US" sz="1200" dirty="0">
                    <a:latin typeface="Calibri" panose="020F0502020204030204" pitchFamily="34" charset="0"/>
                    <a:ea typeface="Calibri" panose="020F0502020204030204" pitchFamily="34" charset="0"/>
                    <a:cs typeface="Calibri" panose="020F0502020204030204" pitchFamily="34" charset="0"/>
                  </a:rPr>
                  <a:t>Now checking the q-axis capacitor equation at steady state. </a:t>
                </a:r>
                <a14:m>
                  <m:oMath xmlns:m="http://schemas.openxmlformats.org/officeDocument/2006/math">
                    <m:acc>
                      <m:accPr>
                        <m:chr m:val="̇"/>
                        <m:ctrlPr>
                          <a:rPr lang="en-US" sz="1200" i="1">
                            <a:latin typeface="Cambria Math" panose="02040503050406030204" pitchFamily="18" charset="0"/>
                          </a:rPr>
                        </m:ctrlPr>
                      </m:accPr>
                      <m:e>
                        <m:sSub>
                          <m:sSubPr>
                            <m:ctrlPr>
                              <a:rPr lang="en-US" sz="1200" i="1">
                                <a:latin typeface="Cambria Math" panose="02040503050406030204" pitchFamily="18" charset="0"/>
                              </a:rPr>
                            </m:ctrlPr>
                          </m:sSubPr>
                          <m:e>
                            <m:acc>
                              <m:accPr>
                                <m:chr m:val="̇"/>
                                <m:ctrlPr>
                                  <a:rPr lang="en-US" sz="1200" i="1">
                                    <a:latin typeface="Cambria Math" panose="02040503050406030204" pitchFamily="18" charset="0"/>
                                  </a:rPr>
                                </m:ctrlPr>
                              </m:accPr>
                              <m:e>
                                <m:r>
                                  <a:rPr lang="en-US" sz="1200" i="1">
                                    <a:latin typeface="Cambria Math" panose="02040503050406030204" pitchFamily="18" charset="0"/>
                                  </a:rPr>
                                  <m:t>𝑣</m:t>
                                </m:r>
                              </m:e>
                            </m:acc>
                          </m:e>
                          <m:sub>
                            <m:r>
                              <a:rPr lang="en-US" sz="1200" i="1">
                                <a:latin typeface="Cambria Math" panose="02040503050406030204" pitchFamily="18" charset="0"/>
                              </a:rPr>
                              <m:t>𝐶</m:t>
                            </m:r>
                            <m:r>
                              <a:rPr lang="en-US" sz="1200" i="1">
                                <a:latin typeface="Cambria Math" panose="02040503050406030204" pitchFamily="18" charset="0"/>
                              </a:rPr>
                              <m:t>,</m:t>
                            </m:r>
                            <m:r>
                              <a:rPr lang="en-US" sz="1200" i="1">
                                <a:latin typeface="Cambria Math" panose="02040503050406030204" pitchFamily="18" charset="0"/>
                              </a:rPr>
                              <m:t>𝑞</m:t>
                            </m:r>
                          </m:sub>
                        </m:sSub>
                      </m:e>
                    </m:acc>
                    <m:r>
                      <a:rPr lang="en-US" sz="1200" i="1">
                        <a:latin typeface="Cambria Math" panose="02040503050406030204" pitchFamily="18" charset="0"/>
                      </a:rPr>
                      <m:t>=</m:t>
                    </m:r>
                    <m:r>
                      <a:rPr lang="en-US" sz="1200" b="0" i="1" smtClean="0">
                        <a:latin typeface="Cambria Math" panose="02040503050406030204" pitchFamily="18" charset="0"/>
                      </a:rPr>
                      <m:t>0</m:t>
                    </m:r>
                  </m:oMath>
                </a14:m>
                <a:endParaRPr lang="en-US" sz="1200" dirty="0">
                  <a:latin typeface="Calibri" panose="020F0502020204030204" pitchFamily="34" charset="0"/>
                  <a:ea typeface="Calibri" panose="020F0502020204030204" pitchFamily="34" charset="0"/>
                  <a:cs typeface="Calibri" panose="020F0502020204030204" pitchFamily="34" charset="0"/>
                </a:endParaRPr>
              </a:p>
              <a:p>
                <a:pPr/>
                <a14:m>
                  <m:oMathPara xmlns:m="http://schemas.openxmlformats.org/officeDocument/2006/math">
                    <m:oMathParaPr>
                      <m:jc m:val="centerGroup"/>
                    </m:oMathParaPr>
                    <m:oMath xmlns:m="http://schemas.openxmlformats.org/officeDocument/2006/math">
                      <m:sSub>
                        <m:sSubPr>
                          <m:ctrlPr>
                            <a:rPr lang="en-US" sz="1200" i="1">
                              <a:latin typeface="Cambria Math" panose="02040503050406030204" pitchFamily="18" charset="0"/>
                            </a:rPr>
                          </m:ctrlPr>
                        </m:sSubPr>
                        <m:e>
                          <m:r>
                            <a:rPr lang="en-US" sz="1200" i="1">
                              <a:latin typeface="Cambria Math" panose="02040503050406030204" pitchFamily="18" charset="0"/>
                            </a:rPr>
                            <m:t>𝑣</m:t>
                          </m:r>
                        </m:e>
                        <m:sub>
                          <m:r>
                            <a:rPr lang="en-US" sz="1200" i="1">
                              <a:latin typeface="Cambria Math" panose="02040503050406030204" pitchFamily="18" charset="0"/>
                            </a:rPr>
                            <m:t>𝐶</m:t>
                          </m:r>
                          <m:r>
                            <a:rPr lang="en-US" sz="1200" i="1">
                              <a:latin typeface="Cambria Math" panose="02040503050406030204" pitchFamily="18" charset="0"/>
                            </a:rPr>
                            <m:t>,</m:t>
                          </m:r>
                          <m:r>
                            <a:rPr lang="en-US" sz="1200" i="1">
                              <a:latin typeface="Cambria Math" panose="02040503050406030204" pitchFamily="18" charset="0"/>
                            </a:rPr>
                            <m:t>𝑑</m:t>
                          </m:r>
                        </m:sub>
                      </m:sSub>
                      <m:r>
                        <a:rPr lang="en-US" sz="1200" b="0" i="1" smtClean="0">
                          <a:latin typeface="Cambria Math" panose="02040503050406030204" pitchFamily="18" charset="0"/>
                        </a:rPr>
                        <m:t>=</m:t>
                      </m:r>
                      <m:f>
                        <m:fPr>
                          <m:ctrlPr>
                            <a:rPr lang="en-US" sz="1200" b="0" i="1" smtClean="0">
                              <a:latin typeface="Cambria Math" panose="02040503050406030204" pitchFamily="18" charset="0"/>
                            </a:rPr>
                          </m:ctrlPr>
                        </m:fPr>
                        <m:num>
                          <m:sSub>
                            <m:sSubPr>
                              <m:ctrlPr>
                                <a:rPr lang="en-US" sz="1200" i="1">
                                  <a:latin typeface="Cambria Math" panose="02040503050406030204" pitchFamily="18" charset="0"/>
                                </a:rPr>
                              </m:ctrlPr>
                            </m:sSubPr>
                            <m:e>
                              <m:r>
                                <a:rPr lang="en-US" sz="1200" i="1">
                                  <a:latin typeface="Cambria Math" panose="02040503050406030204" pitchFamily="18" charset="0"/>
                                </a:rPr>
                                <m:t>𝑖</m:t>
                              </m:r>
                            </m:e>
                            <m:sub>
                              <m:r>
                                <a:rPr lang="en-US" sz="1200" i="1">
                                  <a:latin typeface="Cambria Math" panose="02040503050406030204" pitchFamily="18" charset="0"/>
                                </a:rPr>
                                <m:t>𝐿</m:t>
                              </m:r>
                              <m:r>
                                <a:rPr lang="en-US" sz="1200" i="1">
                                  <a:latin typeface="Cambria Math" panose="02040503050406030204" pitchFamily="18" charset="0"/>
                                </a:rPr>
                                <m:t>,</m:t>
                              </m:r>
                              <m:r>
                                <a:rPr lang="en-US" sz="1200" i="1">
                                  <a:latin typeface="Cambria Math" panose="02040503050406030204" pitchFamily="18" charset="0"/>
                                </a:rPr>
                                <m:t>𝑞</m:t>
                              </m:r>
                            </m:sub>
                          </m:sSub>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𝑖</m:t>
                              </m:r>
                            </m:e>
                            <m:sub>
                              <m:r>
                                <a:rPr lang="en-US" sz="1200" i="1">
                                  <a:latin typeface="Cambria Math" panose="02040503050406030204" pitchFamily="18" charset="0"/>
                                </a:rPr>
                                <m:t>𝑔</m:t>
                              </m:r>
                              <m:r>
                                <a:rPr lang="en-US" sz="1200" i="1">
                                  <a:latin typeface="Cambria Math" panose="02040503050406030204" pitchFamily="18" charset="0"/>
                                </a:rPr>
                                <m:t>,</m:t>
                              </m:r>
                              <m:r>
                                <a:rPr lang="en-US" sz="1200" i="1">
                                  <a:latin typeface="Cambria Math" panose="02040503050406030204" pitchFamily="18" charset="0"/>
                                </a:rPr>
                                <m:t>𝑞</m:t>
                              </m:r>
                            </m:sub>
                          </m:sSub>
                        </m:num>
                        <m:den>
                          <m:sSub>
                            <m:sSubPr>
                              <m:ctrlPr>
                                <a:rPr lang="en-US" sz="1200" i="1">
                                  <a:latin typeface="Cambria Math" panose="02040503050406030204" pitchFamily="18" charset="0"/>
                                </a:rPr>
                              </m:ctrlPr>
                            </m:sSubPr>
                            <m:e>
                              <m:r>
                                <a:rPr lang="en-US" sz="1200" i="1">
                                  <a:latin typeface="Cambria Math" panose="02040503050406030204" pitchFamily="18" charset="0"/>
                                </a:rPr>
                                <m:t>𝜔</m:t>
                              </m:r>
                            </m:e>
                            <m:sub>
                              <m:r>
                                <a:rPr lang="en-US" sz="1200" i="1">
                                  <a:latin typeface="Cambria Math" panose="02040503050406030204" pitchFamily="18" charset="0"/>
                                </a:rPr>
                                <m:t>0</m:t>
                              </m:r>
                            </m:sub>
                          </m:sSub>
                          <m:r>
                            <a:rPr lang="en-US" sz="1200" i="1">
                              <a:latin typeface="Cambria Math" panose="02040503050406030204" pitchFamily="18" charset="0"/>
                            </a:rPr>
                            <m:t>𝐶</m:t>
                          </m:r>
                        </m:den>
                      </m:f>
                    </m:oMath>
                  </m:oMathPara>
                </a14:m>
                <a:endParaRPr lang="en-US" sz="1200" dirty="0">
                  <a:latin typeface="Calibri" panose="020F0502020204030204" pitchFamily="34" charset="0"/>
                  <a:ea typeface="Calibri" panose="020F0502020204030204" pitchFamily="34" charset="0"/>
                  <a:cs typeface="Calibri" panose="020F0502020204030204" pitchFamily="34" charset="0"/>
                </a:endParaRPr>
              </a:p>
              <a:p>
                <a:pPr/>
                <a14:m>
                  <m:oMathPara xmlns:m="http://schemas.openxmlformats.org/officeDocument/2006/math">
                    <m:oMathParaPr>
                      <m:jc m:val="centerGroup"/>
                    </m:oMathParaPr>
                    <m:oMath xmlns:m="http://schemas.openxmlformats.org/officeDocument/2006/math">
                      <m:f>
                        <m:fPr>
                          <m:ctrlPr>
                            <a:rPr lang="en-US" sz="1200" b="0" i="1" smtClean="0">
                              <a:latin typeface="Cambria Math" panose="02040503050406030204" pitchFamily="18" charset="0"/>
                            </a:rPr>
                          </m:ctrlPr>
                        </m:fPr>
                        <m:num>
                          <m:r>
                            <a:rPr lang="en-US" sz="1200" i="1">
                              <a:latin typeface="Cambria Math" panose="02040503050406030204" pitchFamily="18" charset="0"/>
                            </a:rPr>
                            <m:t>6.2160</m:t>
                          </m:r>
                          <m:r>
                            <a:rPr lang="en-US" sz="1200" i="1">
                              <a:latin typeface="Cambria Math" panose="02040503050406030204" pitchFamily="18" charset="0"/>
                            </a:rPr>
                            <m:t>−</m:t>
                          </m:r>
                          <m:r>
                            <a:rPr lang="en-US" sz="1200" i="1">
                              <a:latin typeface="Cambria Math" panose="02040503050406030204" pitchFamily="18" charset="0"/>
                            </a:rPr>
                            <m:t>(−0.2133)</m:t>
                          </m:r>
                        </m:num>
                        <m:den>
                          <m:d>
                            <m:dPr>
                              <m:ctrlPr>
                                <a:rPr lang="en-US" sz="1200" i="1">
                                  <a:latin typeface="Cambria Math" panose="02040503050406030204" pitchFamily="18" charset="0"/>
                                </a:rPr>
                              </m:ctrlPr>
                            </m:dPr>
                            <m:e>
                              <m:r>
                                <a:rPr lang="en-US" sz="1200" i="1">
                                  <a:latin typeface="Cambria Math" panose="02040503050406030204" pitchFamily="18" charset="0"/>
                                </a:rPr>
                                <m:t>2</m:t>
                              </m:r>
                              <m:r>
                                <a:rPr lang="en-US" sz="1200" i="1">
                                  <a:latin typeface="Cambria Math" panose="02040503050406030204" pitchFamily="18" charset="0"/>
                                </a:rPr>
                                <m:t>𝜋</m:t>
                              </m:r>
                              <m:r>
                                <a:rPr lang="en-US" sz="1200" i="1">
                                  <a:latin typeface="Cambria Math" panose="02040503050406030204" pitchFamily="18" charset="0"/>
                                </a:rPr>
                                <m:t>60</m:t>
                              </m:r>
                            </m:e>
                          </m:d>
                          <m:r>
                            <a:rPr lang="en-US" sz="1200" i="1">
                              <a:latin typeface="Cambria Math" panose="02040503050406030204" pitchFamily="18" charset="0"/>
                            </a:rPr>
                            <m:t>(100</m:t>
                          </m:r>
                          <m:r>
                            <a:rPr lang="en-US" sz="1200" i="1">
                              <a:latin typeface="Cambria Math" panose="02040503050406030204" pitchFamily="18" charset="0"/>
                            </a:rPr>
                            <m:t>𝜇</m:t>
                          </m:r>
                          <m:r>
                            <a:rPr lang="en-US" sz="1200" i="1">
                              <a:latin typeface="Cambria Math" panose="02040503050406030204" pitchFamily="18" charset="0"/>
                            </a:rPr>
                            <m:t>𝐹</m:t>
                          </m:r>
                          <m:r>
                            <a:rPr lang="en-US" sz="1200" i="1">
                              <a:latin typeface="Cambria Math" panose="02040503050406030204" pitchFamily="18" charset="0"/>
                            </a:rPr>
                            <m:t>)</m:t>
                          </m:r>
                        </m:den>
                      </m:f>
                      <m:r>
                        <a:rPr lang="en-US" sz="1200" b="0" i="1" smtClean="0">
                          <a:latin typeface="Cambria Math" panose="02040503050406030204" pitchFamily="18" charset="0"/>
                        </a:rPr>
                        <m:t>=170.542 </m:t>
                      </m:r>
                      <m:r>
                        <a:rPr lang="en-US" sz="1200" b="0" i="1" smtClean="0">
                          <a:latin typeface="Cambria Math" panose="02040503050406030204" pitchFamily="18" charset="0"/>
                        </a:rPr>
                        <m:t>𝑉</m:t>
                      </m:r>
                    </m:oMath>
                  </m:oMathPara>
                </a14:m>
                <a:endParaRPr lang="en-US" sz="1200" dirty="0"/>
              </a:p>
              <a:p>
                <a:pPr/>
                <a:r>
                  <a:rPr lang="en-US" sz="1200" dirty="0"/>
                  <a:t>This is close to the 170 V grid voltage magnitude with a small difference, which is what we want.</a:t>
                </a:r>
              </a:p>
              <a:p>
                <a:pPr/>
                <a:endParaRPr lang="en-US" sz="1200" dirty="0"/>
              </a:p>
              <a:p>
                <a:pPr/>
                <a:r>
                  <a:rPr lang="en-US" sz="1200" dirty="0">
                    <a:solidFill>
                      <a:srgbClr val="FF0000"/>
                    </a:solidFill>
                  </a:rPr>
                  <a:t>Thus, the problem is not in the equations themselves, but likely in the controller-produced setpoints.</a:t>
                </a:r>
              </a:p>
            </p:txBody>
          </p:sp>
        </mc:Choice>
        <mc:Fallback>
          <p:sp>
            <p:nvSpPr>
              <p:cNvPr id="28" name="TextBox 27">
                <a:extLst>
                  <a:ext uri="{FF2B5EF4-FFF2-40B4-BE49-F238E27FC236}">
                    <a16:creationId xmlns:a16="http://schemas.microsoft.com/office/drawing/2014/main" id="{12C99452-F264-1D65-4072-6A0546135F31}"/>
                  </a:ext>
                </a:extLst>
              </p:cNvPr>
              <p:cNvSpPr txBox="1">
                <a:spLocks noRot="1" noChangeAspect="1" noMove="1" noResize="1" noEditPoints="1" noAdjustHandles="1" noChangeArrowheads="1" noChangeShapeType="1" noTextEdit="1"/>
              </p:cNvSpPr>
              <p:nvPr/>
            </p:nvSpPr>
            <p:spPr>
              <a:xfrm>
                <a:off x="488949" y="3539546"/>
                <a:ext cx="7165615" cy="2932406"/>
              </a:xfrm>
              <a:prstGeom prst="rect">
                <a:avLst/>
              </a:prstGeom>
              <a:blipFill>
                <a:blip r:embed="rId2"/>
                <a:stretch>
                  <a:fillRect t="-208" b="-624"/>
                </a:stretch>
              </a:blipFill>
            </p:spPr>
            <p:txBody>
              <a:bodyPr/>
              <a:lstStyle/>
              <a:p>
                <a:r>
                  <a:rPr lang="en-US">
                    <a:noFill/>
                  </a:rPr>
                  <a:t> </a:t>
                </a:r>
              </a:p>
            </p:txBody>
          </p:sp>
        </mc:Fallback>
      </mc:AlternateContent>
    </p:spTree>
    <p:extLst>
      <p:ext uri="{BB962C8B-B14F-4D97-AF65-F5344CB8AC3E}">
        <p14:creationId xmlns:p14="http://schemas.microsoft.com/office/powerpoint/2010/main" val="15263622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DB40DA-CCA0-AA03-C299-FC9ACF16EAD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E1A8107-4B5F-EE8E-87CC-21DD6155EE0A}"/>
                  </a:ext>
                </a:extLst>
              </p:cNvPr>
              <p:cNvSpPr txBox="1"/>
              <p:nvPr/>
            </p:nvSpPr>
            <p:spPr>
              <a:xfrm>
                <a:off x="609599" y="133604"/>
                <a:ext cx="7228517" cy="584775"/>
              </a:xfrm>
              <a:prstGeom prst="rect">
                <a:avLst/>
              </a:prstGeom>
              <a:noFill/>
            </p:spPr>
            <p:txBody>
              <a:bodyPr wrap="none" rtlCol="0">
                <a:spAutoFit/>
              </a:bodyPr>
              <a:lstStyle/>
              <a:p>
                <a:r>
                  <a:rPr lang="en-US" sz="3200" dirty="0"/>
                  <a:t>Rectifier – without separation of </a:t>
                </a:r>
                <a14:m>
                  <m:oMath xmlns:m="http://schemas.openxmlformats.org/officeDocument/2006/math">
                    <m:r>
                      <a:rPr lang="en-US" sz="3200" b="0" i="1" smtClean="0">
                        <a:latin typeface="Cambria Math" panose="02040503050406030204" pitchFamily="18" charset="0"/>
                      </a:rPr>
                      <m:t>𝜙</m:t>
                    </m:r>
                  </m:oMath>
                </a14:m>
                <a:r>
                  <a:rPr lang="en-US" sz="3200" dirty="0"/>
                  <a:t> and </a:t>
                </a:r>
                <a14:m>
                  <m:oMath xmlns:m="http://schemas.openxmlformats.org/officeDocument/2006/math">
                    <m:r>
                      <a:rPr lang="en-US" sz="3200" b="0" i="1" smtClean="0">
                        <a:latin typeface="Cambria Math" panose="02040503050406030204" pitchFamily="18" charset="0"/>
                      </a:rPr>
                      <m:t>𝜃</m:t>
                    </m:r>
                  </m:oMath>
                </a14:m>
                <a:endParaRPr lang="en-US" sz="3200" dirty="0"/>
              </a:p>
            </p:txBody>
          </p:sp>
        </mc:Choice>
        <mc:Fallback xmlns="">
          <p:sp>
            <p:nvSpPr>
              <p:cNvPr id="9" name="TextBox 8">
                <a:extLst>
                  <a:ext uri="{FF2B5EF4-FFF2-40B4-BE49-F238E27FC236}">
                    <a16:creationId xmlns:a16="http://schemas.microsoft.com/office/drawing/2014/main" id="{DE1A8107-4B5F-EE8E-87CC-21DD6155EE0A}"/>
                  </a:ext>
                </a:extLst>
              </p:cNvPr>
              <p:cNvSpPr txBox="1">
                <a:spLocks noRot="1" noChangeAspect="1" noMove="1" noResize="1" noEditPoints="1" noAdjustHandles="1" noChangeArrowheads="1" noChangeShapeType="1" noTextEdit="1"/>
              </p:cNvSpPr>
              <p:nvPr/>
            </p:nvSpPr>
            <p:spPr>
              <a:xfrm>
                <a:off x="609599" y="133604"/>
                <a:ext cx="7228517" cy="584775"/>
              </a:xfrm>
              <a:prstGeom prst="rect">
                <a:avLst/>
              </a:prstGeom>
              <a:blipFill>
                <a:blip r:embed="rId2"/>
                <a:stretch>
                  <a:fillRect l="-2108" t="-12500" b="-34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DCC7E8B-3CDC-C8EA-6878-0B5194980EFB}"/>
                  </a:ext>
                </a:extLst>
              </p:cNvPr>
              <p:cNvSpPr txBox="1"/>
              <p:nvPr/>
            </p:nvSpPr>
            <p:spPr>
              <a:xfrm>
                <a:off x="730378" y="718379"/>
                <a:ext cx="11309222" cy="1569660"/>
              </a:xfrm>
              <a:prstGeom prst="rect">
                <a:avLst/>
              </a:prstGeom>
              <a:noFill/>
            </p:spPr>
            <p:txBody>
              <a:bodyPr wrap="square" rtlCol="0">
                <a:spAutoFit/>
              </a:bodyPr>
              <a:lstStyle/>
              <a:p>
                <a:r>
                  <a:rPr lang="en-US" sz="1200" dirty="0"/>
                  <a:t>In this version, the plant </a:t>
                </a:r>
                <a:r>
                  <a:rPr lang="en-US" sz="1200" dirty="0" err="1"/>
                  <a:t>dq</a:t>
                </a:r>
                <a:r>
                  <a:rPr lang="en-US" sz="1200" dirty="0"/>
                  <a:t>-quantities are calculated using the </a:t>
                </a:r>
                <a14:m>
                  <m:oMath xmlns:m="http://schemas.openxmlformats.org/officeDocument/2006/math">
                    <m:r>
                      <a:rPr lang="en-US" sz="1200" i="1">
                        <a:latin typeface="Cambria Math" panose="02040503050406030204" pitchFamily="18" charset="0"/>
                      </a:rPr>
                      <m:t>𝜃</m:t>
                    </m:r>
                  </m:oMath>
                </a14:m>
                <a:r>
                  <a:rPr lang="en-US" sz="1200" dirty="0"/>
                  <a:t> estimated by the PLL. </a:t>
                </a:r>
              </a:p>
              <a:p>
                <a:pPr marL="171450" indent="-171450">
                  <a:buFont typeface="Arial" panose="020B0604020202020204" pitchFamily="34" charset="0"/>
                  <a:buChar char="•"/>
                </a:pPr>
                <a:r>
                  <a:rPr lang="en-US" sz="1200" dirty="0"/>
                  <a:t>the resulting control waveforms did not get inverted to agree with the PLECS/</a:t>
                </a:r>
                <a:r>
                  <a:rPr lang="en-US" sz="1200" dirty="0" err="1"/>
                  <a:t>PSCAd</a:t>
                </a:r>
                <a:r>
                  <a:rPr lang="en-US" sz="1200" dirty="0"/>
                  <a:t> waveforms.</a:t>
                </a:r>
              </a:p>
              <a:p>
                <a:pPr marL="171450" indent="-171450">
                  <a:buFont typeface="Arial" panose="020B0604020202020204" pitchFamily="34" charset="0"/>
                  <a:buChar char="•"/>
                </a:pPr>
                <a:r>
                  <a:rPr lang="en-US" sz="1200" dirty="0"/>
                  <a:t>The timestep had to be two degrees of magnitude smaller than in the case of separation of phi and theta in order to arrive at the same, smoother waveforms.</a:t>
                </a:r>
              </a:p>
              <a:p>
                <a:pPr marL="171450" indent="-171450">
                  <a:buFont typeface="Arial" panose="020B0604020202020204" pitchFamily="34" charset="0"/>
                  <a:buChar char="•"/>
                </a:pPr>
                <a:endParaRPr lang="en-US" sz="1200" dirty="0"/>
              </a:p>
              <a:p>
                <a:r>
                  <a:rPr lang="en-US" sz="1200" dirty="0">
                    <a:solidFill>
                      <a:srgbClr val="FF0000"/>
                    </a:solidFill>
                  </a:rPr>
                  <a:t>In conclusion, the separation of phi and theta is NOT the better path to go.</a:t>
                </a:r>
              </a:p>
              <a:p>
                <a:endParaRPr lang="en-US" sz="1200" dirty="0">
                  <a:solidFill>
                    <a:srgbClr val="FF0000"/>
                  </a:solidFill>
                </a:endParaRPr>
              </a:p>
              <a:p>
                <a:r>
                  <a:rPr lang="en-US" sz="1200" dirty="0">
                    <a:solidFill>
                      <a:srgbClr val="FF0000"/>
                    </a:solidFill>
                  </a:rPr>
                  <a:t>The problem is also NOT whether the transformation is sine-aligned or cosine-aligned. Simulation uses cosine-aligned, which the original set of equations are based on. When I changed it to sine-aligned, the responses went unstable.</a:t>
                </a:r>
              </a:p>
            </p:txBody>
          </p:sp>
        </mc:Choice>
        <mc:Fallback xmlns="">
          <p:sp>
            <p:nvSpPr>
              <p:cNvPr id="3" name="TextBox 2">
                <a:extLst>
                  <a:ext uri="{FF2B5EF4-FFF2-40B4-BE49-F238E27FC236}">
                    <a16:creationId xmlns:a16="http://schemas.microsoft.com/office/drawing/2014/main" id="{2DCC7E8B-3CDC-C8EA-6878-0B5194980EFB}"/>
                  </a:ext>
                </a:extLst>
              </p:cNvPr>
              <p:cNvSpPr txBox="1">
                <a:spLocks noRot="1" noChangeAspect="1" noMove="1" noResize="1" noEditPoints="1" noAdjustHandles="1" noChangeArrowheads="1" noChangeShapeType="1" noTextEdit="1"/>
              </p:cNvSpPr>
              <p:nvPr/>
            </p:nvSpPr>
            <p:spPr>
              <a:xfrm>
                <a:off x="730378" y="718379"/>
                <a:ext cx="11309222" cy="1569660"/>
              </a:xfrm>
              <a:prstGeom prst="rect">
                <a:avLst/>
              </a:prstGeom>
              <a:blipFill>
                <a:blip r:embed="rId3"/>
                <a:stretch>
                  <a:fillRect l="-54" t="-389" b="-2335"/>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91FEE46E-01ED-E962-AE06-090681F61DEF}"/>
              </a:ext>
            </a:extLst>
          </p:cNvPr>
          <p:cNvSpPr txBox="1"/>
          <p:nvPr/>
        </p:nvSpPr>
        <p:spPr>
          <a:xfrm>
            <a:off x="730378" y="3042138"/>
            <a:ext cx="3060700" cy="2677656"/>
          </a:xfrm>
          <a:prstGeom prst="rect">
            <a:avLst/>
          </a:prstGeom>
          <a:noFill/>
        </p:spPr>
        <p:txBody>
          <a:bodyPr wrap="square" rtlCol="0">
            <a:spAutoFit/>
          </a:bodyPr>
          <a:lstStyle/>
          <a:p>
            <a:r>
              <a:rPr lang="en-US" sz="1200" dirty="0"/>
              <a:t>In troubleshooting though, I observed that the </a:t>
            </a:r>
            <a:r>
              <a:rPr lang="en-US" sz="1200" dirty="0" err="1"/>
              <a:t>the</a:t>
            </a:r>
            <a:r>
              <a:rPr lang="en-US" sz="1200" dirty="0"/>
              <a:t> phase shifts between the grid-side states do not agree between simulations and the script. </a:t>
            </a:r>
          </a:p>
          <a:p>
            <a:endParaRPr lang="en-US" sz="1200" dirty="0"/>
          </a:p>
          <a:p>
            <a:r>
              <a:rPr lang="en-US" sz="1200" dirty="0"/>
              <a:t>Supposedly, the grid-side current and voltage are about 180 degrees out of phase, and while the convert-side current is leading the capacitor voltage.</a:t>
            </a:r>
          </a:p>
          <a:p>
            <a:endParaRPr lang="en-US" sz="1200" dirty="0"/>
          </a:p>
          <a:p>
            <a:r>
              <a:rPr lang="en-US" sz="1200" dirty="0"/>
              <a:t>In the script, the grid-side current is lagging the grid-side voltage, while the converter-side current is about 180 degrees out of phase with the capacitor voltage. </a:t>
            </a:r>
          </a:p>
        </p:txBody>
      </p:sp>
      <p:grpSp>
        <p:nvGrpSpPr>
          <p:cNvPr id="23" name="Group 22">
            <a:extLst>
              <a:ext uri="{FF2B5EF4-FFF2-40B4-BE49-F238E27FC236}">
                <a16:creationId xmlns:a16="http://schemas.microsoft.com/office/drawing/2014/main" id="{DF63912C-3294-7906-6488-44A92ACED7B5}"/>
              </a:ext>
            </a:extLst>
          </p:cNvPr>
          <p:cNvGrpSpPr/>
          <p:nvPr/>
        </p:nvGrpSpPr>
        <p:grpSpPr>
          <a:xfrm>
            <a:off x="4163126" y="2720056"/>
            <a:ext cx="8028873" cy="3916821"/>
            <a:chOff x="3835400" y="2560178"/>
            <a:chExt cx="8356600" cy="4076700"/>
          </a:xfrm>
        </p:grpSpPr>
        <p:pic>
          <p:nvPicPr>
            <p:cNvPr id="12" name="Picture 11">
              <a:extLst>
                <a:ext uri="{FF2B5EF4-FFF2-40B4-BE49-F238E27FC236}">
                  <a16:creationId xmlns:a16="http://schemas.microsoft.com/office/drawing/2014/main" id="{440739B2-A37D-DFBB-26A3-90D3ED612AD8}"/>
                </a:ext>
              </a:extLst>
            </p:cNvPr>
            <p:cNvPicPr>
              <a:picLocks noChangeAspect="1"/>
            </p:cNvPicPr>
            <p:nvPr/>
          </p:nvPicPr>
          <p:blipFill>
            <a:blip r:embed="rId4"/>
            <a:stretch>
              <a:fillRect/>
            </a:stretch>
          </p:blipFill>
          <p:spPr>
            <a:xfrm>
              <a:off x="8685238" y="2720057"/>
              <a:ext cx="3506762" cy="3756943"/>
            </a:xfrm>
            <a:prstGeom prst="rect">
              <a:avLst/>
            </a:prstGeom>
          </p:spPr>
        </p:pic>
        <p:pic>
          <p:nvPicPr>
            <p:cNvPr id="20" name="Picture 19">
              <a:extLst>
                <a:ext uri="{FF2B5EF4-FFF2-40B4-BE49-F238E27FC236}">
                  <a16:creationId xmlns:a16="http://schemas.microsoft.com/office/drawing/2014/main" id="{9510EF19-0936-4355-83D6-67AE9F0184B2}"/>
                </a:ext>
              </a:extLst>
            </p:cNvPr>
            <p:cNvPicPr>
              <a:picLocks noChangeAspect="1"/>
            </p:cNvPicPr>
            <p:nvPr/>
          </p:nvPicPr>
          <p:blipFill>
            <a:blip r:embed="rId5"/>
            <a:stretch>
              <a:fillRect/>
            </a:stretch>
          </p:blipFill>
          <p:spPr>
            <a:xfrm>
              <a:off x="3835400" y="2560178"/>
              <a:ext cx="5181600" cy="4076700"/>
            </a:xfrm>
            <a:prstGeom prst="rect">
              <a:avLst/>
            </a:prstGeom>
          </p:spPr>
        </p:pic>
      </p:gr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3358A536-E7DF-1068-B7FB-7E399ABA1EAD}"/>
                  </a:ext>
                </a:extLst>
              </p:cNvPr>
              <p:cNvSpPr txBox="1"/>
              <p:nvPr/>
            </p:nvSpPr>
            <p:spPr>
              <a:xfrm>
                <a:off x="609599" y="2288039"/>
                <a:ext cx="7274620" cy="584775"/>
              </a:xfrm>
              <a:prstGeom prst="rect">
                <a:avLst/>
              </a:prstGeom>
              <a:noFill/>
            </p:spPr>
            <p:txBody>
              <a:bodyPr wrap="none" rtlCol="0">
                <a:spAutoFit/>
              </a:bodyPr>
              <a:lstStyle/>
              <a:p>
                <a:r>
                  <a:rPr lang="en-US" sz="3200" dirty="0"/>
                  <a:t>Rectifier – back to separation of </a:t>
                </a:r>
                <a14:m>
                  <m:oMath xmlns:m="http://schemas.openxmlformats.org/officeDocument/2006/math">
                    <m:r>
                      <a:rPr lang="en-US" sz="3200" i="1">
                        <a:latin typeface="Cambria Math" panose="02040503050406030204" pitchFamily="18" charset="0"/>
                      </a:rPr>
                      <m:t>𝜙</m:t>
                    </m:r>
                  </m:oMath>
                </a14:m>
                <a:r>
                  <a:rPr lang="en-US" sz="3200" dirty="0"/>
                  <a:t> and </a:t>
                </a:r>
                <a14:m>
                  <m:oMath xmlns:m="http://schemas.openxmlformats.org/officeDocument/2006/math">
                    <m:r>
                      <a:rPr lang="en-US" sz="3200" i="1">
                        <a:latin typeface="Cambria Math" panose="02040503050406030204" pitchFamily="18" charset="0"/>
                      </a:rPr>
                      <m:t>𝜃</m:t>
                    </m:r>
                  </m:oMath>
                </a14:m>
                <a:r>
                  <a:rPr lang="en-US" sz="3200" dirty="0"/>
                  <a:t> </a:t>
                </a:r>
              </a:p>
            </p:txBody>
          </p:sp>
        </mc:Choice>
        <mc:Fallback xmlns="">
          <p:sp>
            <p:nvSpPr>
              <p:cNvPr id="22" name="TextBox 21">
                <a:extLst>
                  <a:ext uri="{FF2B5EF4-FFF2-40B4-BE49-F238E27FC236}">
                    <a16:creationId xmlns:a16="http://schemas.microsoft.com/office/drawing/2014/main" id="{3358A536-E7DF-1068-B7FB-7E399ABA1EAD}"/>
                  </a:ext>
                </a:extLst>
              </p:cNvPr>
              <p:cNvSpPr txBox="1">
                <a:spLocks noRot="1" noChangeAspect="1" noMove="1" noResize="1" noEditPoints="1" noAdjustHandles="1" noChangeArrowheads="1" noChangeShapeType="1" noTextEdit="1"/>
              </p:cNvSpPr>
              <p:nvPr/>
            </p:nvSpPr>
            <p:spPr>
              <a:xfrm>
                <a:off x="609599" y="2288039"/>
                <a:ext cx="7274620" cy="584775"/>
              </a:xfrm>
              <a:prstGeom prst="rect">
                <a:avLst/>
              </a:prstGeom>
              <a:blipFill>
                <a:blip r:embed="rId6"/>
                <a:stretch>
                  <a:fillRect l="-2096" t="-12500" b="-34375"/>
                </a:stretch>
              </a:blipFill>
            </p:spPr>
            <p:txBody>
              <a:bodyPr/>
              <a:lstStyle/>
              <a:p>
                <a:r>
                  <a:rPr lang="en-US">
                    <a:noFill/>
                  </a:rPr>
                  <a:t> </a:t>
                </a:r>
              </a:p>
            </p:txBody>
          </p:sp>
        </mc:Fallback>
      </mc:AlternateContent>
    </p:spTree>
    <p:extLst>
      <p:ext uri="{BB962C8B-B14F-4D97-AF65-F5344CB8AC3E}">
        <p14:creationId xmlns:p14="http://schemas.microsoft.com/office/powerpoint/2010/main" val="5211443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536EE7-E2F9-6985-9F18-1D6C414DA201}"/>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3CB5EF31-B3F7-7B20-82DE-65078035DCB6}"/>
              </a:ext>
            </a:extLst>
          </p:cNvPr>
          <p:cNvSpPr txBox="1"/>
          <p:nvPr/>
        </p:nvSpPr>
        <p:spPr>
          <a:xfrm>
            <a:off x="609600" y="245950"/>
            <a:ext cx="3704027" cy="584775"/>
          </a:xfrm>
          <a:prstGeom prst="rect">
            <a:avLst/>
          </a:prstGeom>
          <a:noFill/>
        </p:spPr>
        <p:txBody>
          <a:bodyPr wrap="none" rtlCol="0">
            <a:spAutoFit/>
          </a:bodyPr>
          <a:lstStyle/>
          <a:p>
            <a:r>
              <a:rPr lang="en-US" sz="3200" dirty="0"/>
              <a:t>Rectifier - controller</a:t>
            </a:r>
          </a:p>
        </p:txBody>
      </p:sp>
      <p:grpSp>
        <p:nvGrpSpPr>
          <p:cNvPr id="22" name="Group 21">
            <a:extLst>
              <a:ext uri="{FF2B5EF4-FFF2-40B4-BE49-F238E27FC236}">
                <a16:creationId xmlns:a16="http://schemas.microsoft.com/office/drawing/2014/main" id="{9ABF9DBD-D704-5D94-FF84-A7FC50A6DB5C}"/>
              </a:ext>
            </a:extLst>
          </p:cNvPr>
          <p:cNvGrpSpPr/>
          <p:nvPr/>
        </p:nvGrpSpPr>
        <p:grpSpPr>
          <a:xfrm>
            <a:off x="1440040" y="2985160"/>
            <a:ext cx="2801061" cy="3703240"/>
            <a:chOff x="411735" y="2345841"/>
            <a:chExt cx="3273717" cy="4378882"/>
          </a:xfrm>
        </p:grpSpPr>
        <p:pic>
          <p:nvPicPr>
            <p:cNvPr id="7" name="Picture 6">
              <a:extLst>
                <a:ext uri="{FF2B5EF4-FFF2-40B4-BE49-F238E27FC236}">
                  <a16:creationId xmlns:a16="http://schemas.microsoft.com/office/drawing/2014/main" id="{729E2B68-413A-5FA2-E393-2DE173CEC16D}"/>
                </a:ext>
              </a:extLst>
            </p:cNvPr>
            <p:cNvPicPr>
              <a:picLocks noChangeAspect="1"/>
            </p:cNvPicPr>
            <p:nvPr/>
          </p:nvPicPr>
          <p:blipFill>
            <a:blip r:embed="rId2"/>
            <a:stretch>
              <a:fillRect/>
            </a:stretch>
          </p:blipFill>
          <p:spPr>
            <a:xfrm>
              <a:off x="411735" y="2345841"/>
              <a:ext cx="3098830" cy="2328310"/>
            </a:xfrm>
            <a:prstGeom prst="rect">
              <a:avLst/>
            </a:prstGeom>
          </p:spPr>
        </p:pic>
        <p:pic>
          <p:nvPicPr>
            <p:cNvPr id="16" name="Picture 15">
              <a:extLst>
                <a:ext uri="{FF2B5EF4-FFF2-40B4-BE49-F238E27FC236}">
                  <a16:creationId xmlns:a16="http://schemas.microsoft.com/office/drawing/2014/main" id="{07B62F94-7ED3-3688-2255-CB99AC724A8B}"/>
                </a:ext>
              </a:extLst>
            </p:cNvPr>
            <p:cNvPicPr>
              <a:picLocks noChangeAspect="1"/>
            </p:cNvPicPr>
            <p:nvPr/>
          </p:nvPicPr>
          <p:blipFill>
            <a:blip r:embed="rId3"/>
            <a:stretch>
              <a:fillRect/>
            </a:stretch>
          </p:blipFill>
          <p:spPr>
            <a:xfrm>
              <a:off x="411735" y="4753637"/>
              <a:ext cx="3273717" cy="1971086"/>
            </a:xfrm>
            <a:prstGeom prst="rect">
              <a:avLst/>
            </a:prstGeom>
          </p:spPr>
        </p:pic>
      </p:grpSp>
      <p:sp>
        <p:nvSpPr>
          <p:cNvPr id="21" name="TextBox 20">
            <a:extLst>
              <a:ext uri="{FF2B5EF4-FFF2-40B4-BE49-F238E27FC236}">
                <a16:creationId xmlns:a16="http://schemas.microsoft.com/office/drawing/2014/main" id="{49A0BA28-7D59-877D-55EE-F9E9DB68F13E}"/>
              </a:ext>
            </a:extLst>
          </p:cNvPr>
          <p:cNvSpPr txBox="1"/>
          <p:nvPr/>
        </p:nvSpPr>
        <p:spPr>
          <a:xfrm>
            <a:off x="537074" y="830725"/>
            <a:ext cx="3704027" cy="1569660"/>
          </a:xfrm>
          <a:prstGeom prst="rect">
            <a:avLst/>
          </a:prstGeom>
          <a:noFill/>
        </p:spPr>
        <p:txBody>
          <a:bodyPr wrap="square" rtlCol="0">
            <a:spAutoFit/>
          </a:bodyPr>
          <a:lstStyle/>
          <a:p>
            <a:r>
              <a:rPr lang="en-US" sz="1200" dirty="0"/>
              <a:t>While the DC output settled around the setpoint and the grid-side current and voltage look fine @ MATLAB script, there must be something wrong in the controller, likely in the transformations. This is marked by the reflection of MATLAB script waveforms along the horizontal axis around their respective setpoints, and of the jittery PLL frequency even when dt=1us in the script.</a:t>
            </a:r>
          </a:p>
        </p:txBody>
      </p:sp>
      <p:pic>
        <p:nvPicPr>
          <p:cNvPr id="28" name="Picture 27">
            <a:extLst>
              <a:ext uri="{FF2B5EF4-FFF2-40B4-BE49-F238E27FC236}">
                <a16:creationId xmlns:a16="http://schemas.microsoft.com/office/drawing/2014/main" id="{A5A33D0A-16DC-19E6-FC32-F34288411BC5}"/>
              </a:ext>
            </a:extLst>
          </p:cNvPr>
          <p:cNvPicPr>
            <a:picLocks noChangeAspect="1"/>
          </p:cNvPicPr>
          <p:nvPr/>
        </p:nvPicPr>
        <p:blipFill>
          <a:blip r:embed="rId4"/>
          <a:stretch>
            <a:fillRect/>
          </a:stretch>
        </p:blipFill>
        <p:spPr>
          <a:xfrm>
            <a:off x="8767362" y="972740"/>
            <a:ext cx="3340132" cy="5723056"/>
          </a:xfrm>
          <a:prstGeom prst="rect">
            <a:avLst/>
          </a:prstGeom>
        </p:spPr>
      </p:pic>
      <p:pic>
        <p:nvPicPr>
          <p:cNvPr id="30" name="Picture 29">
            <a:extLst>
              <a:ext uri="{FF2B5EF4-FFF2-40B4-BE49-F238E27FC236}">
                <a16:creationId xmlns:a16="http://schemas.microsoft.com/office/drawing/2014/main" id="{D4EA9828-912C-E5C5-7CA8-734559150072}"/>
              </a:ext>
            </a:extLst>
          </p:cNvPr>
          <p:cNvPicPr>
            <a:picLocks noChangeAspect="1"/>
          </p:cNvPicPr>
          <p:nvPr/>
        </p:nvPicPr>
        <p:blipFill>
          <a:blip r:embed="rId5"/>
          <a:stretch>
            <a:fillRect/>
          </a:stretch>
        </p:blipFill>
        <p:spPr>
          <a:xfrm>
            <a:off x="4382687" y="1219345"/>
            <a:ext cx="4295775" cy="1581150"/>
          </a:xfrm>
          <a:prstGeom prst="rect">
            <a:avLst/>
          </a:prstGeom>
        </p:spPr>
      </p:pic>
      <p:pic>
        <p:nvPicPr>
          <p:cNvPr id="32" name="Picture 31">
            <a:extLst>
              <a:ext uri="{FF2B5EF4-FFF2-40B4-BE49-F238E27FC236}">
                <a16:creationId xmlns:a16="http://schemas.microsoft.com/office/drawing/2014/main" id="{C4437D7B-C3B6-71C0-77DC-58F0F09124DC}"/>
              </a:ext>
            </a:extLst>
          </p:cNvPr>
          <p:cNvPicPr>
            <a:picLocks noChangeAspect="1"/>
          </p:cNvPicPr>
          <p:nvPr/>
        </p:nvPicPr>
        <p:blipFill>
          <a:blip r:embed="rId6"/>
          <a:stretch>
            <a:fillRect/>
          </a:stretch>
        </p:blipFill>
        <p:spPr>
          <a:xfrm>
            <a:off x="4382686" y="2992556"/>
            <a:ext cx="4295775" cy="1571625"/>
          </a:xfrm>
          <a:prstGeom prst="rect">
            <a:avLst/>
          </a:prstGeom>
        </p:spPr>
      </p:pic>
      <p:pic>
        <p:nvPicPr>
          <p:cNvPr id="34" name="Picture 33">
            <a:extLst>
              <a:ext uri="{FF2B5EF4-FFF2-40B4-BE49-F238E27FC236}">
                <a16:creationId xmlns:a16="http://schemas.microsoft.com/office/drawing/2014/main" id="{3EEF83D1-CB90-4488-FDD0-1C3EFE0ED5DF}"/>
              </a:ext>
            </a:extLst>
          </p:cNvPr>
          <p:cNvPicPr>
            <a:picLocks noChangeAspect="1"/>
          </p:cNvPicPr>
          <p:nvPr/>
        </p:nvPicPr>
        <p:blipFill>
          <a:blip r:embed="rId7"/>
          <a:stretch>
            <a:fillRect/>
          </a:stretch>
        </p:blipFill>
        <p:spPr>
          <a:xfrm>
            <a:off x="4382685" y="4852842"/>
            <a:ext cx="4295775" cy="1571625"/>
          </a:xfrm>
          <a:prstGeom prst="rect">
            <a:avLst/>
          </a:prstGeom>
        </p:spPr>
      </p:pic>
      <p:sp>
        <p:nvSpPr>
          <p:cNvPr id="36" name="TextBox 35">
            <a:extLst>
              <a:ext uri="{FF2B5EF4-FFF2-40B4-BE49-F238E27FC236}">
                <a16:creationId xmlns:a16="http://schemas.microsoft.com/office/drawing/2014/main" id="{D5A175CC-95AF-0381-DB47-5334C31A4B70}"/>
              </a:ext>
            </a:extLst>
          </p:cNvPr>
          <p:cNvSpPr txBox="1"/>
          <p:nvPr/>
        </p:nvSpPr>
        <p:spPr>
          <a:xfrm>
            <a:off x="5389990" y="746018"/>
            <a:ext cx="2120900" cy="369332"/>
          </a:xfrm>
          <a:prstGeom prst="rect">
            <a:avLst/>
          </a:prstGeom>
          <a:noFill/>
        </p:spPr>
        <p:txBody>
          <a:bodyPr wrap="square">
            <a:spAutoFit/>
          </a:bodyPr>
          <a:lstStyle/>
          <a:p>
            <a:r>
              <a:rPr lang="en-US" sz="1800" dirty="0"/>
              <a:t>PSCAD (dt = 30us) </a:t>
            </a:r>
            <a:endParaRPr lang="en-US" dirty="0"/>
          </a:p>
        </p:txBody>
      </p:sp>
    </p:spTree>
    <p:extLst>
      <p:ext uri="{BB962C8B-B14F-4D97-AF65-F5344CB8AC3E}">
        <p14:creationId xmlns:p14="http://schemas.microsoft.com/office/powerpoint/2010/main" val="28327027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B8ACBB2-7CEB-1E8A-941C-A13B235429A2}"/>
              </a:ext>
            </a:extLst>
          </p:cNvPr>
          <p:cNvSpPr txBox="1"/>
          <p:nvPr/>
        </p:nvSpPr>
        <p:spPr>
          <a:xfrm>
            <a:off x="442806" y="1230961"/>
            <a:ext cx="4129046" cy="1477328"/>
          </a:xfrm>
          <a:prstGeom prst="rect">
            <a:avLst/>
          </a:prstGeom>
          <a:noFill/>
        </p:spPr>
        <p:txBody>
          <a:bodyPr wrap="square" rtlCol="0">
            <a:spAutoFit/>
          </a:bodyPr>
          <a:lstStyle/>
          <a:p>
            <a:r>
              <a:rPr lang="en-US" dirty="0"/>
              <a:t>There are discrepancies between the MATLAB script (dt=1e-6s, max 1e-4s) and PLECS waveforms. PLECS and PSCAD (dt = 30us) waveforms are more similar to each other, but not exactly.</a:t>
            </a:r>
          </a:p>
        </p:txBody>
      </p:sp>
      <p:sp>
        <p:nvSpPr>
          <p:cNvPr id="6" name="TextBox 5">
            <a:extLst>
              <a:ext uri="{FF2B5EF4-FFF2-40B4-BE49-F238E27FC236}">
                <a16:creationId xmlns:a16="http://schemas.microsoft.com/office/drawing/2014/main" id="{9283E02B-4DC4-1D29-1B5D-44131CC599A5}"/>
              </a:ext>
            </a:extLst>
          </p:cNvPr>
          <p:cNvSpPr txBox="1"/>
          <p:nvPr/>
        </p:nvSpPr>
        <p:spPr>
          <a:xfrm>
            <a:off x="609600" y="245950"/>
            <a:ext cx="3518912" cy="584775"/>
          </a:xfrm>
          <a:prstGeom prst="rect">
            <a:avLst/>
          </a:prstGeom>
          <a:noFill/>
        </p:spPr>
        <p:txBody>
          <a:bodyPr wrap="none" rtlCol="0">
            <a:spAutoFit/>
          </a:bodyPr>
          <a:lstStyle/>
          <a:p>
            <a:r>
              <a:rPr lang="en-US" sz="3200" dirty="0"/>
              <a:t>Rectifier – grid side</a:t>
            </a:r>
          </a:p>
        </p:txBody>
      </p:sp>
      <p:grpSp>
        <p:nvGrpSpPr>
          <p:cNvPr id="22" name="Group 21">
            <a:extLst>
              <a:ext uri="{FF2B5EF4-FFF2-40B4-BE49-F238E27FC236}">
                <a16:creationId xmlns:a16="http://schemas.microsoft.com/office/drawing/2014/main" id="{B2DFD1F7-33CA-9CED-DA27-373B637802A6}"/>
              </a:ext>
            </a:extLst>
          </p:cNvPr>
          <p:cNvGrpSpPr/>
          <p:nvPr/>
        </p:nvGrpSpPr>
        <p:grpSpPr>
          <a:xfrm>
            <a:off x="4673599" y="1230961"/>
            <a:ext cx="7391402" cy="5283202"/>
            <a:chOff x="3581399" y="173090"/>
            <a:chExt cx="8610601" cy="6511819"/>
          </a:xfrm>
        </p:grpSpPr>
        <p:pic>
          <p:nvPicPr>
            <p:cNvPr id="12" name="Picture 11">
              <a:extLst>
                <a:ext uri="{FF2B5EF4-FFF2-40B4-BE49-F238E27FC236}">
                  <a16:creationId xmlns:a16="http://schemas.microsoft.com/office/drawing/2014/main" id="{2384AFFF-2F4E-306E-DA3B-EDDAFFEB9F02}"/>
                </a:ext>
              </a:extLst>
            </p:cNvPr>
            <p:cNvPicPr>
              <a:picLocks noChangeAspect="1"/>
            </p:cNvPicPr>
            <p:nvPr/>
          </p:nvPicPr>
          <p:blipFill>
            <a:blip r:embed="rId2"/>
            <a:stretch>
              <a:fillRect/>
            </a:stretch>
          </p:blipFill>
          <p:spPr>
            <a:xfrm>
              <a:off x="3581400" y="277921"/>
              <a:ext cx="4810125" cy="1266825"/>
            </a:xfrm>
            <a:prstGeom prst="rect">
              <a:avLst/>
            </a:prstGeom>
          </p:spPr>
        </p:pic>
        <p:pic>
          <p:nvPicPr>
            <p:cNvPr id="14" name="Picture 13">
              <a:extLst>
                <a:ext uri="{FF2B5EF4-FFF2-40B4-BE49-F238E27FC236}">
                  <a16:creationId xmlns:a16="http://schemas.microsoft.com/office/drawing/2014/main" id="{CD87CD11-5B95-CFC0-571F-54EEA8648211}"/>
                </a:ext>
              </a:extLst>
            </p:cNvPr>
            <p:cNvPicPr>
              <a:picLocks noChangeAspect="1"/>
            </p:cNvPicPr>
            <p:nvPr/>
          </p:nvPicPr>
          <p:blipFill>
            <a:blip r:embed="rId3"/>
            <a:stretch>
              <a:fillRect/>
            </a:stretch>
          </p:blipFill>
          <p:spPr>
            <a:xfrm>
              <a:off x="3581399" y="1869136"/>
              <a:ext cx="4810125" cy="1257300"/>
            </a:xfrm>
            <a:prstGeom prst="rect">
              <a:avLst/>
            </a:prstGeom>
          </p:spPr>
        </p:pic>
        <p:pic>
          <p:nvPicPr>
            <p:cNvPr id="21" name="Picture 20">
              <a:extLst>
                <a:ext uri="{FF2B5EF4-FFF2-40B4-BE49-F238E27FC236}">
                  <a16:creationId xmlns:a16="http://schemas.microsoft.com/office/drawing/2014/main" id="{91D3882A-5640-D48E-1866-0AAA071C814D}"/>
                </a:ext>
              </a:extLst>
            </p:cNvPr>
            <p:cNvPicPr>
              <a:picLocks noChangeAspect="1"/>
            </p:cNvPicPr>
            <p:nvPr/>
          </p:nvPicPr>
          <p:blipFill>
            <a:blip r:embed="rId4"/>
            <a:stretch>
              <a:fillRect/>
            </a:stretch>
          </p:blipFill>
          <p:spPr>
            <a:xfrm>
              <a:off x="8391525" y="173090"/>
              <a:ext cx="3800475" cy="6511819"/>
            </a:xfrm>
            <a:prstGeom prst="rect">
              <a:avLst/>
            </a:prstGeom>
          </p:spPr>
        </p:pic>
      </p:grpSp>
      <p:pic>
        <p:nvPicPr>
          <p:cNvPr id="24" name="Picture 23">
            <a:extLst>
              <a:ext uri="{FF2B5EF4-FFF2-40B4-BE49-F238E27FC236}">
                <a16:creationId xmlns:a16="http://schemas.microsoft.com/office/drawing/2014/main" id="{96A8E5D0-2A7A-5466-35E6-2B40925CF756}"/>
              </a:ext>
            </a:extLst>
          </p:cNvPr>
          <p:cNvPicPr>
            <a:picLocks noChangeAspect="1"/>
          </p:cNvPicPr>
          <p:nvPr/>
        </p:nvPicPr>
        <p:blipFill>
          <a:blip r:embed="rId5"/>
          <a:stretch>
            <a:fillRect/>
          </a:stretch>
        </p:blipFill>
        <p:spPr>
          <a:xfrm>
            <a:off x="4673599" y="3802840"/>
            <a:ext cx="4129046" cy="1422681"/>
          </a:xfrm>
          <a:prstGeom prst="rect">
            <a:avLst/>
          </a:prstGeom>
        </p:spPr>
      </p:pic>
      <p:pic>
        <p:nvPicPr>
          <p:cNvPr id="26" name="Picture 25">
            <a:extLst>
              <a:ext uri="{FF2B5EF4-FFF2-40B4-BE49-F238E27FC236}">
                <a16:creationId xmlns:a16="http://schemas.microsoft.com/office/drawing/2014/main" id="{18EEEA96-8EE9-DED7-0975-B824B410F07B}"/>
              </a:ext>
            </a:extLst>
          </p:cNvPr>
          <p:cNvPicPr>
            <a:picLocks noChangeAspect="1"/>
          </p:cNvPicPr>
          <p:nvPr/>
        </p:nvPicPr>
        <p:blipFill>
          <a:blip r:embed="rId6"/>
          <a:stretch>
            <a:fillRect/>
          </a:stretch>
        </p:blipFill>
        <p:spPr>
          <a:xfrm>
            <a:off x="4680699" y="5049671"/>
            <a:ext cx="4121946" cy="1420235"/>
          </a:xfrm>
          <a:prstGeom prst="rect">
            <a:avLst/>
          </a:prstGeom>
        </p:spPr>
      </p:pic>
    </p:spTree>
    <p:extLst>
      <p:ext uri="{BB962C8B-B14F-4D97-AF65-F5344CB8AC3E}">
        <p14:creationId xmlns:p14="http://schemas.microsoft.com/office/powerpoint/2010/main" val="9647373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CDC8AE-6FEA-5A15-3FF6-7D15CE0CED7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B3333D4-7077-8528-AAF2-8861DDD9686B}"/>
                  </a:ext>
                </a:extLst>
              </p:cNvPr>
              <p:cNvSpPr txBox="1"/>
              <p:nvPr/>
            </p:nvSpPr>
            <p:spPr>
              <a:xfrm>
                <a:off x="685015" y="890255"/>
                <a:ext cx="2412199" cy="4255973"/>
              </a:xfrm>
              <a:prstGeom prst="rect">
                <a:avLst/>
              </a:prstGeom>
              <a:noFill/>
            </p:spPr>
            <p:txBody>
              <a:bodyPr wrap="none" lIns="0" tIns="0" rIns="0" bIns="0" rtlCol="0">
                <a:spAutoFit/>
              </a:bodyPr>
              <a:lstStyle/>
              <a:p>
                <a:pPr marL="342900" indent="-342900">
                  <a:buFont typeface="+mj-lt"/>
                  <a:buAutoNum type="arabicPeriod"/>
                </a:pPr>
                <a14:m>
                  <m:oMath xmlns:m="http://schemas.openxmlformats.org/officeDocument/2006/math">
                    <m:sSub>
                      <m:sSubPr>
                        <m:ctrlPr>
                          <a:rPr lang="en-US" sz="1200" b="0" i="1" smtClean="0">
                            <a:latin typeface="Cambria Math" panose="02040503050406030204" pitchFamily="18" charset="0"/>
                          </a:rPr>
                        </m:ctrlPr>
                      </m:sSubPr>
                      <m:e>
                        <m:acc>
                          <m:accPr>
                            <m:chr m:val="̇"/>
                            <m:ctrlPr>
                              <a:rPr lang="en-US" sz="1200" b="0" i="1" smtClean="0">
                                <a:latin typeface="Cambria Math" panose="02040503050406030204" pitchFamily="18" charset="0"/>
                              </a:rPr>
                            </m:ctrlPr>
                          </m:accPr>
                          <m:e>
                            <m:r>
                              <a:rPr lang="en-US" sz="1200" b="0" i="1" smtClean="0">
                                <a:latin typeface="Cambria Math" panose="02040503050406030204" pitchFamily="18" charset="0"/>
                              </a:rPr>
                              <m:t>𝑣</m:t>
                            </m:r>
                          </m:e>
                        </m:acc>
                      </m:e>
                      <m:sub>
                        <m:r>
                          <a:rPr lang="en-US" sz="1200" b="0" i="1" smtClean="0">
                            <a:latin typeface="Cambria Math" panose="02040503050406030204" pitchFamily="18" charset="0"/>
                          </a:rPr>
                          <m:t>𝛼</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𝑘</m:t>
                        </m:r>
                      </m:e>
                      <m:sub>
                        <m:r>
                          <a:rPr lang="en-US" sz="1200" b="0" i="1" smtClean="0">
                            <a:latin typeface="Cambria Math" panose="02040503050406030204" pitchFamily="18" charset="0"/>
                          </a:rPr>
                          <m:t>𝑣</m:t>
                        </m:r>
                      </m:sub>
                    </m:sSub>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𝜔</m:t>
                        </m:r>
                      </m:e>
                      <m:sub>
                        <m:r>
                          <a:rPr lang="en-US" sz="1200" b="0" i="1" smtClean="0">
                            <a:latin typeface="Cambria Math" panose="02040503050406030204" pitchFamily="18" charset="0"/>
                          </a:rPr>
                          <m:t>0</m:t>
                        </m:r>
                      </m:sub>
                    </m:sSub>
                    <m:d>
                      <m:dPr>
                        <m:ctrlPr>
                          <a:rPr lang="en-US" sz="1200" b="0" i="1" smtClean="0">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𝑣</m:t>
                            </m:r>
                          </m:e>
                          <m:sub>
                            <m:r>
                              <a:rPr lang="en-US" sz="1200" b="0" i="1" smtClean="0">
                                <a:latin typeface="Cambria Math" panose="02040503050406030204" pitchFamily="18" charset="0"/>
                              </a:rPr>
                              <m:t>𝐶</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𝑣</m:t>
                            </m:r>
                          </m:e>
                          <m:sub>
                            <m:r>
                              <a:rPr lang="en-US" sz="1200" b="0" i="1" smtClean="0">
                                <a:latin typeface="Cambria Math" panose="02040503050406030204" pitchFamily="18" charset="0"/>
                              </a:rPr>
                              <m:t>𝛼</m:t>
                            </m:r>
                          </m:sub>
                        </m:sSub>
                      </m:e>
                    </m:d>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𝜔</m:t>
                        </m:r>
                      </m:e>
                      <m:sub>
                        <m:r>
                          <a:rPr lang="en-US" sz="1200" b="0" i="1" smtClean="0">
                            <a:latin typeface="Cambria Math" panose="02040503050406030204" pitchFamily="18" charset="0"/>
                          </a:rPr>
                          <m:t>0</m:t>
                        </m:r>
                      </m:sub>
                    </m:sSub>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𝑣</m:t>
                        </m:r>
                      </m:e>
                      <m:sub>
                        <m:r>
                          <a:rPr lang="en-US" sz="1200" b="0" i="1" smtClean="0">
                            <a:latin typeface="Cambria Math" panose="02040503050406030204" pitchFamily="18" charset="0"/>
                          </a:rPr>
                          <m:t>𝛽</m:t>
                        </m:r>
                      </m:sub>
                    </m:sSub>
                  </m:oMath>
                </a14:m>
                <a:endParaRPr lang="en-US" sz="1200" dirty="0"/>
              </a:p>
              <a:p>
                <a:pPr marL="342900" indent="-342900">
                  <a:buFont typeface="+mj-lt"/>
                  <a:buAutoNum type="arabicPeriod"/>
                </a:pPr>
                <a14:m>
                  <m:oMath xmlns:m="http://schemas.openxmlformats.org/officeDocument/2006/math">
                    <m:sSub>
                      <m:sSubPr>
                        <m:ctrlPr>
                          <a:rPr lang="en-US" sz="1200" b="0" i="1" smtClean="0">
                            <a:latin typeface="Cambria Math" panose="02040503050406030204" pitchFamily="18" charset="0"/>
                          </a:rPr>
                        </m:ctrlPr>
                      </m:sSubPr>
                      <m:e>
                        <m:acc>
                          <m:accPr>
                            <m:chr m:val="̇"/>
                            <m:ctrlPr>
                              <a:rPr lang="en-US" sz="1200" b="0" i="1" smtClean="0">
                                <a:latin typeface="Cambria Math" panose="02040503050406030204" pitchFamily="18" charset="0"/>
                              </a:rPr>
                            </m:ctrlPr>
                          </m:accPr>
                          <m:e>
                            <m:r>
                              <a:rPr lang="en-US" sz="1200" b="0" i="1" smtClean="0">
                                <a:latin typeface="Cambria Math" panose="02040503050406030204" pitchFamily="18" charset="0"/>
                              </a:rPr>
                              <m:t>𝑣</m:t>
                            </m:r>
                          </m:e>
                        </m:acc>
                      </m:e>
                      <m:sub>
                        <m:r>
                          <a:rPr lang="en-US" sz="1200" b="0" i="1" smtClean="0">
                            <a:latin typeface="Cambria Math" panose="02040503050406030204" pitchFamily="18" charset="0"/>
                          </a:rPr>
                          <m:t>𝛽</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𝜔</m:t>
                        </m:r>
                      </m:e>
                      <m:sub>
                        <m:r>
                          <a:rPr lang="en-US" sz="1200" b="0" i="1" smtClean="0">
                            <a:latin typeface="Cambria Math" panose="02040503050406030204" pitchFamily="18" charset="0"/>
                          </a:rPr>
                          <m:t>0</m:t>
                        </m:r>
                      </m:sub>
                    </m:sSub>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𝑣</m:t>
                        </m:r>
                      </m:e>
                      <m:sub>
                        <m:r>
                          <a:rPr lang="en-US" sz="1200" b="0" i="1" smtClean="0">
                            <a:latin typeface="Cambria Math" panose="02040503050406030204" pitchFamily="18" charset="0"/>
                          </a:rPr>
                          <m:t>𝛼</m:t>
                        </m:r>
                      </m:sub>
                    </m:sSub>
                  </m:oMath>
                </a14:m>
                <a:endParaRPr lang="en-US" sz="1200" b="0" dirty="0"/>
              </a:p>
              <a:p>
                <a:pPr marL="342900" indent="-342900">
                  <a:buFont typeface="+mj-lt"/>
                  <a:buAutoNum type="arabicPeriod"/>
                </a:pPr>
                <a14:m>
                  <m:oMath xmlns:m="http://schemas.openxmlformats.org/officeDocument/2006/math">
                    <m:acc>
                      <m:accPr>
                        <m:chr m:val="̇"/>
                        <m:ctrlPr>
                          <a:rPr lang="en-US" sz="1200" b="0" i="1" smtClean="0">
                            <a:latin typeface="Cambria Math" panose="02040503050406030204" pitchFamily="18" charset="0"/>
                          </a:rPr>
                        </m:ctrlPr>
                      </m:accPr>
                      <m:e>
                        <m:r>
                          <a:rPr lang="en-US" sz="1200" b="0" i="1" smtClean="0">
                            <a:latin typeface="Cambria Math" panose="02040503050406030204" pitchFamily="18" charset="0"/>
                          </a:rPr>
                          <m:t>𝜃</m:t>
                        </m:r>
                      </m:e>
                    </m:acc>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𝜔</m:t>
                        </m:r>
                      </m:e>
                      <m:sub>
                        <m:r>
                          <a:rPr lang="en-US" sz="1200" b="0" i="1" smtClean="0">
                            <a:latin typeface="Cambria Math" panose="02040503050406030204" pitchFamily="18" charset="0"/>
                          </a:rPr>
                          <m:t>0</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𝑘</m:t>
                        </m:r>
                      </m:e>
                      <m:sub>
                        <m:r>
                          <a:rPr lang="en-US" sz="1200" b="0" i="1" smtClean="0">
                            <a:latin typeface="Cambria Math" panose="02040503050406030204" pitchFamily="18" charset="0"/>
                          </a:rPr>
                          <m:t>1</m:t>
                        </m:r>
                      </m:sub>
                    </m:sSub>
                    <m:sSub>
                      <m:sSubPr>
                        <m:ctrlPr>
                          <a:rPr lang="en-US" sz="1200" b="0" i="1" smtClean="0">
                            <a:latin typeface="Cambria Math" panose="02040503050406030204" pitchFamily="18" charset="0"/>
                          </a:rPr>
                        </m:ctrlPr>
                      </m:sSubPr>
                      <m:e>
                        <m:acc>
                          <m:accPr>
                            <m:chr m:val="̂"/>
                            <m:ctrlPr>
                              <a:rPr lang="en-US" sz="1200" b="0" i="1" smtClean="0">
                                <a:latin typeface="Cambria Math" panose="02040503050406030204" pitchFamily="18" charset="0"/>
                              </a:rPr>
                            </m:ctrlPr>
                          </m:accPr>
                          <m:e>
                            <m:r>
                              <a:rPr lang="en-US" sz="1200" i="1">
                                <a:latin typeface="Cambria Math" panose="02040503050406030204" pitchFamily="18" charset="0"/>
                              </a:rPr>
                              <m:t>𝑣</m:t>
                            </m:r>
                          </m:e>
                        </m:acc>
                      </m:e>
                      <m:sub>
                        <m:r>
                          <a:rPr lang="en-US" sz="1200" b="0" i="1" smtClean="0">
                            <a:latin typeface="Cambria Math" panose="02040503050406030204" pitchFamily="18" charset="0"/>
                          </a:rPr>
                          <m:t>𝑞</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𝑘</m:t>
                        </m:r>
                      </m:e>
                      <m:sub>
                        <m:r>
                          <a:rPr lang="en-US" sz="1200" b="0" i="1" smtClean="0">
                            <a:latin typeface="Cambria Math" panose="02040503050406030204" pitchFamily="18" charset="0"/>
                          </a:rPr>
                          <m:t>2</m:t>
                        </m:r>
                      </m:sub>
                    </m:sSub>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𝑒</m:t>
                        </m:r>
                      </m:e>
                      <m:sub>
                        <m:r>
                          <a:rPr lang="en-US" sz="1200" b="0" i="1" smtClean="0">
                            <a:latin typeface="Cambria Math" panose="02040503050406030204" pitchFamily="18" charset="0"/>
                          </a:rPr>
                          <m:t>2</m:t>
                        </m:r>
                      </m:sub>
                    </m:sSub>
                  </m:oMath>
                </a14:m>
                <a:endParaRPr lang="en-US" sz="1200" b="0" dirty="0"/>
              </a:p>
              <a:p>
                <a:pPr marL="342900" indent="-342900">
                  <a:buFont typeface="+mj-lt"/>
                  <a:buAutoNum type="arabicPeriod"/>
                </a:pPr>
                <a:endParaRPr lang="en-US" sz="1200" b="0" dirty="0"/>
              </a:p>
              <a:p>
                <a:pPr marL="342900" indent="-342900">
                  <a:buFont typeface="+mj-lt"/>
                  <a:buAutoNum type="arabicPeriod"/>
                </a:pPr>
                <a14:m>
                  <m:oMath xmlns:m="http://schemas.openxmlformats.org/officeDocument/2006/math">
                    <m:acc>
                      <m:accPr>
                        <m:chr m:val="̇"/>
                        <m:ctrlPr>
                          <a:rPr lang="en-US" sz="1200" b="0" i="1" smtClean="0">
                            <a:latin typeface="Cambria Math" panose="02040503050406030204" pitchFamily="18" charset="0"/>
                          </a:rPr>
                        </m:ctrlPr>
                      </m:accPr>
                      <m:e>
                        <m:sSub>
                          <m:sSubPr>
                            <m:ctrlPr>
                              <a:rPr lang="en-US" sz="1200" i="1">
                                <a:latin typeface="Cambria Math" panose="02040503050406030204" pitchFamily="18" charset="0"/>
                              </a:rPr>
                            </m:ctrlPr>
                          </m:sSubPr>
                          <m:e>
                            <m:acc>
                              <m:accPr>
                                <m:chr m:val="̇"/>
                                <m:ctrlPr>
                                  <a:rPr lang="en-US" sz="1200" i="1">
                                    <a:latin typeface="Cambria Math" panose="02040503050406030204" pitchFamily="18" charset="0"/>
                                  </a:rPr>
                                </m:ctrlPr>
                              </m:accPr>
                              <m:e>
                                <m:r>
                                  <a:rPr lang="en-US" sz="1200" i="1">
                                    <a:latin typeface="Cambria Math" panose="02040503050406030204" pitchFamily="18" charset="0"/>
                                  </a:rPr>
                                  <m:t>𝑖</m:t>
                                </m:r>
                              </m:e>
                            </m:acc>
                          </m:e>
                          <m:sub>
                            <m:r>
                              <a:rPr lang="en-US" sz="1200" i="1">
                                <a:latin typeface="Cambria Math" panose="02040503050406030204" pitchFamily="18" charset="0"/>
                              </a:rPr>
                              <m:t>𝛼</m:t>
                            </m:r>
                          </m:sub>
                        </m:sSub>
                      </m:e>
                    </m:acc>
                    <m:r>
                      <a:rPr lang="en-US" sz="1200" b="0" i="1" smtClean="0">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𝑘</m:t>
                        </m:r>
                      </m:e>
                      <m:sub>
                        <m:r>
                          <a:rPr lang="en-US" sz="1200" b="0" i="1" smtClean="0">
                            <a:latin typeface="Cambria Math" panose="02040503050406030204" pitchFamily="18" charset="0"/>
                          </a:rPr>
                          <m:t>𝑖</m:t>
                        </m:r>
                      </m:sub>
                    </m:sSub>
                    <m:sSub>
                      <m:sSubPr>
                        <m:ctrlPr>
                          <a:rPr lang="en-US" sz="1200" i="1">
                            <a:latin typeface="Cambria Math" panose="02040503050406030204" pitchFamily="18" charset="0"/>
                          </a:rPr>
                        </m:ctrlPr>
                      </m:sSubPr>
                      <m:e>
                        <m:r>
                          <a:rPr lang="en-US" sz="1200" i="1">
                            <a:latin typeface="Cambria Math" panose="02040503050406030204" pitchFamily="18" charset="0"/>
                          </a:rPr>
                          <m:t>𝜔</m:t>
                        </m:r>
                      </m:e>
                      <m:sub>
                        <m:r>
                          <a:rPr lang="en-US" sz="1200" i="1">
                            <a:latin typeface="Cambria Math" panose="02040503050406030204" pitchFamily="18" charset="0"/>
                          </a:rPr>
                          <m:t>0</m:t>
                        </m:r>
                      </m:sub>
                    </m:sSub>
                    <m:d>
                      <m:dPr>
                        <m:ctrlPr>
                          <a:rPr lang="en-US" sz="1200" i="1">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𝑖</m:t>
                            </m:r>
                          </m:e>
                          <m:sub>
                            <m:r>
                              <a:rPr lang="en-US" sz="1200" b="0" i="1" smtClean="0">
                                <a:latin typeface="Cambria Math" panose="02040503050406030204" pitchFamily="18" charset="0"/>
                              </a:rPr>
                              <m:t>𝐿</m:t>
                            </m:r>
                          </m:sub>
                        </m:sSub>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b="0" i="1" smtClean="0">
                                <a:latin typeface="Cambria Math" panose="02040503050406030204" pitchFamily="18" charset="0"/>
                              </a:rPr>
                              <m:t>𝑖</m:t>
                            </m:r>
                          </m:e>
                          <m:sub>
                            <m:r>
                              <a:rPr lang="en-US" sz="1200" i="1">
                                <a:latin typeface="Cambria Math" panose="02040503050406030204" pitchFamily="18" charset="0"/>
                              </a:rPr>
                              <m:t>𝛼</m:t>
                            </m:r>
                          </m:sub>
                        </m:sSub>
                      </m:e>
                    </m:d>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𝜔</m:t>
                        </m:r>
                      </m:e>
                      <m:sub>
                        <m:r>
                          <a:rPr lang="en-US" sz="1200" i="1">
                            <a:latin typeface="Cambria Math" panose="02040503050406030204" pitchFamily="18" charset="0"/>
                          </a:rPr>
                          <m:t>0</m:t>
                        </m:r>
                      </m:sub>
                    </m:sSub>
                    <m:sSub>
                      <m:sSubPr>
                        <m:ctrlPr>
                          <a:rPr lang="en-US" sz="1200" i="1">
                            <a:latin typeface="Cambria Math" panose="02040503050406030204" pitchFamily="18" charset="0"/>
                          </a:rPr>
                        </m:ctrlPr>
                      </m:sSubPr>
                      <m:e>
                        <m:r>
                          <a:rPr lang="en-US" sz="1200" b="0" i="1" smtClean="0">
                            <a:latin typeface="Cambria Math" panose="02040503050406030204" pitchFamily="18" charset="0"/>
                          </a:rPr>
                          <m:t>𝑖</m:t>
                        </m:r>
                      </m:e>
                      <m:sub>
                        <m:r>
                          <a:rPr lang="en-US" sz="1200" i="1">
                            <a:latin typeface="Cambria Math" panose="02040503050406030204" pitchFamily="18" charset="0"/>
                          </a:rPr>
                          <m:t>𝛽</m:t>
                        </m:r>
                      </m:sub>
                    </m:sSub>
                  </m:oMath>
                </a14:m>
                <a:endParaRPr lang="en-US" sz="1200" dirty="0"/>
              </a:p>
              <a:p>
                <a:pPr marL="342900" indent="-342900">
                  <a:buFont typeface="+mj-lt"/>
                  <a:buAutoNum type="arabicPeriod"/>
                </a:pPr>
                <a14:m>
                  <m:oMath xmlns:m="http://schemas.openxmlformats.org/officeDocument/2006/math">
                    <m:acc>
                      <m:accPr>
                        <m:chr m:val="̇"/>
                        <m:ctrlPr>
                          <a:rPr lang="en-US" sz="1200" i="1">
                            <a:latin typeface="Cambria Math" panose="02040503050406030204" pitchFamily="18" charset="0"/>
                          </a:rPr>
                        </m:ctrlPr>
                      </m:accPr>
                      <m:e>
                        <m:sSub>
                          <m:sSubPr>
                            <m:ctrlPr>
                              <a:rPr lang="en-US" sz="1200" i="1">
                                <a:latin typeface="Cambria Math" panose="02040503050406030204" pitchFamily="18" charset="0"/>
                              </a:rPr>
                            </m:ctrlPr>
                          </m:sSubPr>
                          <m:e>
                            <m:acc>
                              <m:accPr>
                                <m:chr m:val="̇"/>
                                <m:ctrlPr>
                                  <a:rPr lang="en-US" sz="1200" i="1">
                                    <a:latin typeface="Cambria Math" panose="02040503050406030204" pitchFamily="18" charset="0"/>
                                  </a:rPr>
                                </m:ctrlPr>
                              </m:accPr>
                              <m:e>
                                <m:r>
                                  <a:rPr lang="en-US" sz="1200" i="1">
                                    <a:latin typeface="Cambria Math" panose="02040503050406030204" pitchFamily="18" charset="0"/>
                                  </a:rPr>
                                  <m:t>𝑖</m:t>
                                </m:r>
                              </m:e>
                            </m:acc>
                          </m:e>
                          <m:sub>
                            <m:r>
                              <a:rPr lang="en-US" sz="1200" b="0" i="1" smtClean="0">
                                <a:latin typeface="Cambria Math" panose="02040503050406030204" pitchFamily="18" charset="0"/>
                              </a:rPr>
                              <m:t>𝛽</m:t>
                            </m:r>
                          </m:sub>
                        </m:sSub>
                      </m:e>
                    </m:acc>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𝜔</m:t>
                        </m:r>
                      </m:e>
                      <m:sub>
                        <m:r>
                          <a:rPr lang="en-US" sz="1200" i="1">
                            <a:latin typeface="Cambria Math" panose="02040503050406030204" pitchFamily="18" charset="0"/>
                          </a:rPr>
                          <m:t>0</m:t>
                        </m:r>
                      </m:sub>
                    </m:sSub>
                    <m:sSub>
                      <m:sSubPr>
                        <m:ctrlPr>
                          <a:rPr lang="en-US" sz="1200" i="1">
                            <a:latin typeface="Cambria Math" panose="02040503050406030204" pitchFamily="18" charset="0"/>
                          </a:rPr>
                        </m:ctrlPr>
                      </m:sSubPr>
                      <m:e>
                        <m:r>
                          <a:rPr lang="en-US" sz="1200" b="0" i="1" smtClean="0">
                            <a:latin typeface="Cambria Math" panose="02040503050406030204" pitchFamily="18" charset="0"/>
                          </a:rPr>
                          <m:t>𝑖</m:t>
                        </m:r>
                      </m:e>
                      <m:sub>
                        <m:r>
                          <a:rPr lang="en-US" sz="1200" i="1">
                            <a:latin typeface="Cambria Math" panose="02040503050406030204" pitchFamily="18" charset="0"/>
                          </a:rPr>
                          <m:t>𝛼</m:t>
                        </m:r>
                      </m:sub>
                    </m:sSub>
                  </m:oMath>
                </a14:m>
                <a:endParaRPr lang="en-US" sz="1200" dirty="0"/>
              </a:p>
              <a:p>
                <a:pPr marL="342900" indent="-342900">
                  <a:buFont typeface="+mj-lt"/>
                  <a:buAutoNum type="arabicPeriod"/>
                </a:pPr>
                <a:endParaRPr lang="en-US" sz="1200" dirty="0"/>
              </a:p>
              <a:p>
                <a:pPr marL="342900" indent="-342900">
                  <a:buFont typeface="+mj-lt"/>
                  <a:buAutoNum type="arabicPeriod"/>
                </a:pPr>
                <a14:m>
                  <m:oMath xmlns:m="http://schemas.openxmlformats.org/officeDocument/2006/math">
                    <m:sSub>
                      <m:sSubPr>
                        <m:ctrlPr>
                          <a:rPr lang="en-US" sz="1200" b="0" i="1" smtClean="0">
                            <a:latin typeface="Cambria Math" panose="02040503050406030204" pitchFamily="18" charset="0"/>
                          </a:rPr>
                        </m:ctrlPr>
                      </m:sSubPr>
                      <m:e>
                        <m:acc>
                          <m:accPr>
                            <m:chr m:val="̇"/>
                            <m:ctrlPr>
                              <a:rPr lang="en-US" sz="1200" b="0" i="1" smtClean="0">
                                <a:latin typeface="Cambria Math" panose="02040503050406030204" pitchFamily="18" charset="0"/>
                              </a:rPr>
                            </m:ctrlPr>
                          </m:accPr>
                          <m:e>
                            <m:r>
                              <a:rPr lang="en-US" sz="1200" b="0" i="1" smtClean="0">
                                <a:latin typeface="Cambria Math" panose="02040503050406030204" pitchFamily="18" charset="0"/>
                              </a:rPr>
                              <m:t>𝑒</m:t>
                            </m:r>
                          </m:e>
                        </m:acc>
                      </m:e>
                      <m:sub>
                        <m:r>
                          <a:rPr lang="en-US" sz="1200" b="0" i="1" smtClean="0">
                            <a:latin typeface="Cambria Math" panose="02040503050406030204" pitchFamily="18" charset="0"/>
                          </a:rPr>
                          <m:t>3</m:t>
                        </m:r>
                      </m:sub>
                    </m:sSub>
                    <m:r>
                      <a:rPr lang="en-US" sz="1200" b="0" i="1" smtClean="0">
                        <a:latin typeface="Cambria Math" panose="02040503050406030204" pitchFamily="18" charset="0"/>
                      </a:rPr>
                      <m:t>=</m:t>
                    </m:r>
                    <m:sSubSup>
                      <m:sSubSupPr>
                        <m:ctrlPr>
                          <a:rPr lang="en-US" sz="1200" b="0" i="1" smtClean="0">
                            <a:latin typeface="Cambria Math" panose="02040503050406030204" pitchFamily="18" charset="0"/>
                          </a:rPr>
                        </m:ctrlPr>
                      </m:sSubSupPr>
                      <m:e>
                        <m:r>
                          <a:rPr lang="en-US" sz="1200" b="0" i="1" smtClean="0">
                            <a:latin typeface="Cambria Math" panose="02040503050406030204" pitchFamily="18" charset="0"/>
                          </a:rPr>
                          <m:t>𝑣</m:t>
                        </m:r>
                      </m:e>
                      <m:sub>
                        <m:r>
                          <a:rPr lang="en-US" sz="1200" b="0" i="1" smtClean="0">
                            <a:latin typeface="Cambria Math" panose="02040503050406030204" pitchFamily="18" charset="0"/>
                          </a:rPr>
                          <m:t>𝑑𝑐</m:t>
                        </m:r>
                      </m:sub>
                      <m:sup>
                        <m:r>
                          <a:rPr lang="en-US" sz="1200" b="0" i="1" smtClean="0">
                            <a:latin typeface="Cambria Math" panose="02040503050406030204" pitchFamily="18" charset="0"/>
                          </a:rPr>
                          <m:t>∗</m:t>
                        </m:r>
                      </m:sup>
                    </m:sSubSup>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𝑣</m:t>
                        </m:r>
                      </m:e>
                      <m:sub>
                        <m:r>
                          <a:rPr lang="en-US" sz="1200" b="0" i="1" smtClean="0">
                            <a:latin typeface="Cambria Math" panose="02040503050406030204" pitchFamily="18" charset="0"/>
                          </a:rPr>
                          <m:t>𝑑𝑐</m:t>
                        </m:r>
                      </m:sub>
                    </m:sSub>
                  </m:oMath>
                </a14:m>
                <a:endParaRPr lang="en-US" sz="1200" b="0" dirty="0"/>
              </a:p>
              <a:p>
                <a:pPr marL="342900" indent="-342900">
                  <a:buFont typeface="+mj-lt"/>
                  <a:buAutoNum type="arabicPeriod"/>
                </a:pPr>
                <a14:m>
                  <m:oMath xmlns:m="http://schemas.openxmlformats.org/officeDocument/2006/math">
                    <m:sSub>
                      <m:sSubPr>
                        <m:ctrlPr>
                          <a:rPr lang="en-US" sz="1200" i="1">
                            <a:latin typeface="Cambria Math" panose="02040503050406030204" pitchFamily="18" charset="0"/>
                          </a:rPr>
                        </m:ctrlPr>
                      </m:sSubPr>
                      <m:e>
                        <m:acc>
                          <m:accPr>
                            <m:chr m:val="̇"/>
                            <m:ctrlPr>
                              <a:rPr lang="en-US" sz="1200" i="1">
                                <a:latin typeface="Cambria Math" panose="02040503050406030204" pitchFamily="18" charset="0"/>
                              </a:rPr>
                            </m:ctrlPr>
                          </m:accPr>
                          <m:e>
                            <m:r>
                              <a:rPr lang="en-US" sz="1200" i="1">
                                <a:latin typeface="Cambria Math" panose="02040503050406030204" pitchFamily="18" charset="0"/>
                              </a:rPr>
                              <m:t>𝑒</m:t>
                            </m:r>
                          </m:e>
                        </m:acc>
                      </m:e>
                      <m:sub>
                        <m:r>
                          <a:rPr lang="en-US" sz="1200" b="0" i="1" smtClean="0">
                            <a:latin typeface="Cambria Math" panose="02040503050406030204" pitchFamily="18" charset="0"/>
                          </a:rPr>
                          <m:t>4</m:t>
                        </m:r>
                      </m:sub>
                    </m:sSub>
                    <m:r>
                      <a:rPr lang="en-US" sz="1200" i="1">
                        <a:latin typeface="Cambria Math" panose="02040503050406030204" pitchFamily="18" charset="0"/>
                      </a:rPr>
                      <m:t>=</m:t>
                    </m:r>
                    <m:sSubSup>
                      <m:sSubSupPr>
                        <m:ctrlPr>
                          <a:rPr lang="en-US" sz="1200" i="1">
                            <a:latin typeface="Cambria Math" panose="02040503050406030204" pitchFamily="18" charset="0"/>
                          </a:rPr>
                        </m:ctrlPr>
                      </m:sSubSupPr>
                      <m:e>
                        <m:r>
                          <a:rPr lang="en-US" sz="1200" b="0" i="1" smtClean="0">
                            <a:latin typeface="Cambria Math" panose="02040503050406030204" pitchFamily="18" charset="0"/>
                          </a:rPr>
                          <m:t>𝑖</m:t>
                        </m:r>
                      </m:e>
                      <m:sub>
                        <m:r>
                          <a:rPr lang="en-US" sz="1200" i="1">
                            <a:latin typeface="Cambria Math" panose="02040503050406030204" pitchFamily="18" charset="0"/>
                          </a:rPr>
                          <m:t>𝑑</m:t>
                        </m:r>
                      </m:sub>
                      <m:sup>
                        <m:r>
                          <a:rPr lang="en-US" sz="1200" i="1">
                            <a:latin typeface="Cambria Math" panose="02040503050406030204" pitchFamily="18" charset="0"/>
                          </a:rPr>
                          <m:t>∗</m:t>
                        </m:r>
                      </m:sup>
                    </m:sSubSup>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b="0" i="1" smtClean="0">
                            <a:latin typeface="Cambria Math" panose="02040503050406030204" pitchFamily="18" charset="0"/>
                          </a:rPr>
                          <m:t>𝑖</m:t>
                        </m:r>
                      </m:e>
                      <m:sub>
                        <m:r>
                          <a:rPr lang="en-US" sz="1200" i="1">
                            <a:latin typeface="Cambria Math" panose="02040503050406030204" pitchFamily="18" charset="0"/>
                          </a:rPr>
                          <m:t>𝑑</m:t>
                        </m:r>
                      </m:sub>
                    </m:sSub>
                  </m:oMath>
                </a14:m>
                <a:endParaRPr lang="en-US" sz="1200" dirty="0"/>
              </a:p>
              <a:p>
                <a:pPr marL="342900" indent="-342900">
                  <a:buFont typeface="+mj-lt"/>
                  <a:buAutoNum type="arabicPeriod"/>
                </a:pPr>
                <a14:m>
                  <m:oMath xmlns:m="http://schemas.openxmlformats.org/officeDocument/2006/math">
                    <m:sSub>
                      <m:sSubPr>
                        <m:ctrlPr>
                          <a:rPr lang="en-US" sz="1200" i="1">
                            <a:latin typeface="Cambria Math" panose="02040503050406030204" pitchFamily="18" charset="0"/>
                          </a:rPr>
                        </m:ctrlPr>
                      </m:sSubPr>
                      <m:e>
                        <m:acc>
                          <m:accPr>
                            <m:chr m:val="̇"/>
                            <m:ctrlPr>
                              <a:rPr lang="en-US" sz="1200" i="1">
                                <a:latin typeface="Cambria Math" panose="02040503050406030204" pitchFamily="18" charset="0"/>
                              </a:rPr>
                            </m:ctrlPr>
                          </m:accPr>
                          <m:e>
                            <m:r>
                              <a:rPr lang="en-US" sz="1200" i="1">
                                <a:latin typeface="Cambria Math" panose="02040503050406030204" pitchFamily="18" charset="0"/>
                              </a:rPr>
                              <m:t>𝑒</m:t>
                            </m:r>
                          </m:e>
                        </m:acc>
                      </m:e>
                      <m:sub>
                        <m:r>
                          <a:rPr lang="en-US" sz="1200" b="0" i="1" smtClean="0">
                            <a:latin typeface="Cambria Math" panose="02040503050406030204" pitchFamily="18" charset="0"/>
                          </a:rPr>
                          <m:t>5</m:t>
                        </m:r>
                      </m:sub>
                    </m:sSub>
                    <m:r>
                      <a:rPr lang="en-US" sz="1200" i="1">
                        <a:latin typeface="Cambria Math" panose="02040503050406030204" pitchFamily="18" charset="0"/>
                      </a:rPr>
                      <m:t>=</m:t>
                    </m:r>
                    <m:sSubSup>
                      <m:sSubSupPr>
                        <m:ctrlPr>
                          <a:rPr lang="en-US" sz="1200" i="1">
                            <a:latin typeface="Cambria Math" panose="02040503050406030204" pitchFamily="18" charset="0"/>
                          </a:rPr>
                        </m:ctrlPr>
                      </m:sSubSupPr>
                      <m:e>
                        <m:r>
                          <a:rPr lang="en-US" sz="1200" i="1">
                            <a:latin typeface="Cambria Math" panose="02040503050406030204" pitchFamily="18" charset="0"/>
                          </a:rPr>
                          <m:t>𝑖</m:t>
                        </m:r>
                      </m:e>
                      <m:sub>
                        <m:r>
                          <a:rPr lang="en-US" sz="1200" b="0" i="1" smtClean="0">
                            <a:latin typeface="Cambria Math" panose="02040503050406030204" pitchFamily="18" charset="0"/>
                          </a:rPr>
                          <m:t>𝑞</m:t>
                        </m:r>
                      </m:sub>
                      <m:sup>
                        <m:r>
                          <a:rPr lang="en-US" sz="1200" i="1">
                            <a:latin typeface="Cambria Math" panose="02040503050406030204" pitchFamily="18" charset="0"/>
                          </a:rPr>
                          <m:t>∗</m:t>
                        </m:r>
                      </m:sup>
                    </m:sSubSup>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𝑖</m:t>
                        </m:r>
                      </m:e>
                      <m:sub>
                        <m:r>
                          <a:rPr lang="en-US" sz="1200" b="0" i="1" smtClean="0">
                            <a:latin typeface="Cambria Math" panose="02040503050406030204" pitchFamily="18" charset="0"/>
                          </a:rPr>
                          <m:t>𝑞</m:t>
                        </m:r>
                      </m:sub>
                    </m:sSub>
                  </m:oMath>
                </a14:m>
                <a:endParaRPr lang="en-US" sz="1200" dirty="0"/>
              </a:p>
              <a:p>
                <a:pPr marL="342900" indent="-342900">
                  <a:buFont typeface="+mj-lt"/>
                  <a:buAutoNum type="arabicPeriod"/>
                </a:pPr>
                <a:endParaRPr lang="en-US" sz="1200" dirty="0"/>
              </a:p>
              <a:p>
                <a:pPr marL="342900" indent="-342900">
                  <a:buFont typeface="+mj-lt"/>
                  <a:buAutoNum type="arabicPeriod"/>
                </a:pPr>
                <a14:m>
                  <m:oMath xmlns:m="http://schemas.openxmlformats.org/officeDocument/2006/math">
                    <m:acc>
                      <m:accPr>
                        <m:chr m:val="̇"/>
                        <m:ctrlPr>
                          <a:rPr lang="en-US" sz="1200" i="1">
                            <a:latin typeface="Cambria Math" panose="02040503050406030204" pitchFamily="18" charset="0"/>
                          </a:rPr>
                        </m:ctrlPr>
                      </m:accPr>
                      <m:e>
                        <m:sSub>
                          <m:sSubPr>
                            <m:ctrlPr>
                              <a:rPr lang="en-US" sz="1200" i="1">
                                <a:latin typeface="Cambria Math" panose="02040503050406030204" pitchFamily="18" charset="0"/>
                              </a:rPr>
                            </m:ctrlPr>
                          </m:sSubPr>
                          <m:e>
                            <m:acc>
                              <m:accPr>
                                <m:chr m:val="̇"/>
                                <m:ctrlPr>
                                  <a:rPr lang="en-US" sz="1200" i="1">
                                    <a:latin typeface="Cambria Math" panose="02040503050406030204" pitchFamily="18" charset="0"/>
                                  </a:rPr>
                                </m:ctrlPr>
                              </m:accPr>
                              <m:e>
                                <m:r>
                                  <a:rPr lang="en-US" sz="1200" i="1">
                                    <a:latin typeface="Cambria Math" panose="02040503050406030204" pitchFamily="18" charset="0"/>
                                  </a:rPr>
                                  <m:t>𝑖</m:t>
                                </m:r>
                              </m:e>
                            </m:acc>
                          </m:e>
                          <m:sub>
                            <m:r>
                              <a:rPr lang="en-US" sz="1200" b="0" i="1" smtClean="0">
                                <a:latin typeface="Cambria Math" panose="02040503050406030204" pitchFamily="18" charset="0"/>
                              </a:rPr>
                              <m:t>𝐿</m:t>
                            </m:r>
                            <m:r>
                              <a:rPr lang="en-US" sz="1200" b="0" i="1" smtClean="0">
                                <a:latin typeface="Cambria Math" panose="02040503050406030204" pitchFamily="18" charset="0"/>
                              </a:rPr>
                              <m:t>,</m:t>
                            </m:r>
                            <m:r>
                              <a:rPr lang="en-US" sz="1200" b="0" i="1" smtClean="0">
                                <a:latin typeface="Cambria Math" panose="02040503050406030204" pitchFamily="18" charset="0"/>
                              </a:rPr>
                              <m:t>𝑑</m:t>
                            </m:r>
                          </m:sub>
                        </m:sSub>
                      </m:e>
                    </m:acc>
                    <m:r>
                      <a:rPr lang="en-US" sz="1200" b="0" i="1" smtClean="0">
                        <a:latin typeface="Cambria Math" panose="02040503050406030204" pitchFamily="18" charset="0"/>
                      </a:rPr>
                      <m:t>=</m:t>
                    </m:r>
                    <m:f>
                      <m:fPr>
                        <m:ctrlPr>
                          <a:rPr lang="en-US" sz="1200" b="0" i="1" smtClean="0">
                            <a:latin typeface="Cambria Math" panose="02040503050406030204" pitchFamily="18" charset="0"/>
                          </a:rPr>
                        </m:ctrlPr>
                      </m:fPr>
                      <m:num>
                        <m:sSub>
                          <m:sSubPr>
                            <m:ctrlPr>
                              <a:rPr lang="en-US" sz="1200" i="1">
                                <a:latin typeface="Cambria Math" panose="02040503050406030204" pitchFamily="18" charset="0"/>
                              </a:rPr>
                            </m:ctrlPr>
                          </m:sSubPr>
                          <m:e>
                            <m:r>
                              <a:rPr lang="en-US" sz="1200" i="1">
                                <a:latin typeface="Cambria Math" panose="02040503050406030204" pitchFamily="18" charset="0"/>
                              </a:rPr>
                              <m:t>𝑣</m:t>
                            </m:r>
                          </m:e>
                          <m:sub>
                            <m:r>
                              <a:rPr lang="en-US" sz="1200" i="1">
                                <a:latin typeface="Cambria Math" panose="02040503050406030204" pitchFamily="18" charset="0"/>
                              </a:rPr>
                              <m:t>𝑐𝑜𝑛𝑣</m:t>
                            </m:r>
                            <m:r>
                              <a:rPr lang="en-US" sz="1200" i="1">
                                <a:latin typeface="Cambria Math" panose="02040503050406030204" pitchFamily="18" charset="0"/>
                              </a:rPr>
                              <m:t>,</m:t>
                            </m:r>
                            <m:r>
                              <a:rPr lang="en-US" sz="1200" i="1">
                                <a:latin typeface="Cambria Math" panose="02040503050406030204" pitchFamily="18" charset="0"/>
                              </a:rPr>
                              <m:t>𝑑</m:t>
                            </m:r>
                          </m:sub>
                        </m:sSub>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𝑣</m:t>
                            </m:r>
                          </m:e>
                          <m:sub>
                            <m:r>
                              <a:rPr lang="en-US" sz="1200" i="1">
                                <a:latin typeface="Cambria Math" panose="02040503050406030204" pitchFamily="18" charset="0"/>
                              </a:rPr>
                              <m:t>𝐶</m:t>
                            </m:r>
                            <m:r>
                              <a:rPr lang="en-US" sz="1200" i="1">
                                <a:latin typeface="Cambria Math" panose="02040503050406030204" pitchFamily="18" charset="0"/>
                              </a:rPr>
                              <m:t>,</m:t>
                            </m:r>
                            <m:r>
                              <a:rPr lang="en-US" sz="1200" i="1">
                                <a:latin typeface="Cambria Math" panose="02040503050406030204" pitchFamily="18" charset="0"/>
                              </a:rPr>
                              <m:t>𝑑</m:t>
                            </m:r>
                          </m:sub>
                        </m:sSub>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𝑅</m:t>
                            </m:r>
                          </m:e>
                          <m:sub>
                            <m:r>
                              <a:rPr lang="en-US" sz="1200" i="1">
                                <a:latin typeface="Cambria Math" panose="02040503050406030204" pitchFamily="18" charset="0"/>
                              </a:rPr>
                              <m:t>𝐿</m:t>
                            </m:r>
                          </m:sub>
                        </m:sSub>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𝑖</m:t>
                            </m:r>
                          </m:e>
                          <m:sub>
                            <m:r>
                              <a:rPr lang="en-US" sz="1200" b="0" i="1" smtClean="0">
                                <a:latin typeface="Cambria Math" panose="02040503050406030204" pitchFamily="18" charset="0"/>
                              </a:rPr>
                              <m:t>𝐿</m:t>
                            </m:r>
                            <m:r>
                              <a:rPr lang="en-US" sz="1200" b="0" i="1" smtClean="0">
                                <a:latin typeface="Cambria Math" panose="02040503050406030204" pitchFamily="18" charset="0"/>
                              </a:rPr>
                              <m:t>,</m:t>
                            </m:r>
                            <m:r>
                              <a:rPr lang="en-US" sz="1200" b="0" i="1" smtClean="0">
                                <a:latin typeface="Cambria Math" panose="02040503050406030204" pitchFamily="18" charset="0"/>
                              </a:rPr>
                              <m:t>𝑑</m:t>
                            </m:r>
                          </m:sub>
                        </m:sSub>
                      </m:num>
                      <m:den>
                        <m:r>
                          <a:rPr lang="en-US" sz="1200" b="0" i="1" smtClean="0">
                            <a:latin typeface="Cambria Math" panose="02040503050406030204" pitchFamily="18" charset="0"/>
                          </a:rPr>
                          <m:t>𝐿</m:t>
                        </m:r>
                      </m:den>
                    </m:f>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𝜔</m:t>
                        </m:r>
                      </m:e>
                      <m:sub>
                        <m:r>
                          <a:rPr lang="en-US" sz="1200" b="0" i="1" smtClean="0">
                            <a:latin typeface="Cambria Math" panose="02040503050406030204" pitchFamily="18" charset="0"/>
                          </a:rPr>
                          <m:t>0</m:t>
                        </m:r>
                      </m:sub>
                    </m:sSub>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𝑖</m:t>
                        </m:r>
                      </m:e>
                      <m:sub>
                        <m:r>
                          <a:rPr lang="en-US" sz="1200" b="0" i="1" smtClean="0">
                            <a:latin typeface="Cambria Math" panose="02040503050406030204" pitchFamily="18" charset="0"/>
                          </a:rPr>
                          <m:t>𝐿</m:t>
                        </m:r>
                        <m:r>
                          <a:rPr lang="en-US" sz="1200" b="0" i="1" smtClean="0">
                            <a:latin typeface="Cambria Math" panose="02040503050406030204" pitchFamily="18" charset="0"/>
                          </a:rPr>
                          <m:t>,</m:t>
                        </m:r>
                        <m:r>
                          <a:rPr lang="en-US" sz="1200" b="0" i="1" smtClean="0">
                            <a:latin typeface="Cambria Math" panose="02040503050406030204" pitchFamily="18" charset="0"/>
                          </a:rPr>
                          <m:t>𝑞</m:t>
                        </m:r>
                      </m:sub>
                    </m:sSub>
                  </m:oMath>
                </a14:m>
                <a:endParaRPr lang="en-US" sz="1200" b="0" dirty="0"/>
              </a:p>
              <a:p>
                <a:pPr marL="342900" indent="-342900">
                  <a:buFont typeface="+mj-lt"/>
                  <a:buAutoNum type="arabicPeriod"/>
                </a:pPr>
                <a14:m>
                  <m:oMath xmlns:m="http://schemas.openxmlformats.org/officeDocument/2006/math">
                    <m:acc>
                      <m:accPr>
                        <m:chr m:val="̇"/>
                        <m:ctrlPr>
                          <a:rPr lang="en-US" sz="1200" i="1">
                            <a:latin typeface="Cambria Math" panose="02040503050406030204" pitchFamily="18" charset="0"/>
                          </a:rPr>
                        </m:ctrlPr>
                      </m:accPr>
                      <m:e>
                        <m:sSub>
                          <m:sSubPr>
                            <m:ctrlPr>
                              <a:rPr lang="en-US" sz="1200" i="1">
                                <a:latin typeface="Cambria Math" panose="02040503050406030204" pitchFamily="18" charset="0"/>
                              </a:rPr>
                            </m:ctrlPr>
                          </m:sSubPr>
                          <m:e>
                            <m:acc>
                              <m:accPr>
                                <m:chr m:val="̇"/>
                                <m:ctrlPr>
                                  <a:rPr lang="en-US" sz="1200" i="1">
                                    <a:latin typeface="Cambria Math" panose="02040503050406030204" pitchFamily="18" charset="0"/>
                                  </a:rPr>
                                </m:ctrlPr>
                              </m:accPr>
                              <m:e>
                                <m:r>
                                  <a:rPr lang="en-US" sz="1200" i="1">
                                    <a:latin typeface="Cambria Math" panose="02040503050406030204" pitchFamily="18" charset="0"/>
                                  </a:rPr>
                                  <m:t>𝑖</m:t>
                                </m:r>
                              </m:e>
                            </m:acc>
                          </m:e>
                          <m:sub>
                            <m:r>
                              <a:rPr lang="en-US" sz="1200" i="1">
                                <a:latin typeface="Cambria Math" panose="02040503050406030204" pitchFamily="18" charset="0"/>
                              </a:rPr>
                              <m:t>𝐿</m:t>
                            </m:r>
                            <m:r>
                              <a:rPr lang="en-US" sz="1200" i="1">
                                <a:latin typeface="Cambria Math" panose="02040503050406030204" pitchFamily="18" charset="0"/>
                              </a:rPr>
                              <m:t>,</m:t>
                            </m:r>
                            <m:r>
                              <a:rPr lang="en-US" sz="1200" b="0" i="1" smtClean="0">
                                <a:latin typeface="Cambria Math" panose="02040503050406030204" pitchFamily="18" charset="0"/>
                              </a:rPr>
                              <m:t>𝑞</m:t>
                            </m:r>
                          </m:sub>
                        </m:sSub>
                      </m:e>
                    </m:acc>
                    <m:r>
                      <a:rPr lang="en-US" sz="1200" i="1">
                        <a:latin typeface="Cambria Math" panose="02040503050406030204" pitchFamily="18" charset="0"/>
                      </a:rPr>
                      <m:t>=</m:t>
                    </m:r>
                    <m:f>
                      <m:fPr>
                        <m:ctrlPr>
                          <a:rPr lang="en-US" sz="1200" i="1">
                            <a:latin typeface="Cambria Math" panose="02040503050406030204" pitchFamily="18" charset="0"/>
                          </a:rPr>
                        </m:ctrlPr>
                      </m:fPr>
                      <m:num>
                        <m:sSub>
                          <m:sSubPr>
                            <m:ctrlPr>
                              <a:rPr lang="en-US" sz="1200" i="1">
                                <a:latin typeface="Cambria Math" panose="02040503050406030204" pitchFamily="18" charset="0"/>
                              </a:rPr>
                            </m:ctrlPr>
                          </m:sSubPr>
                          <m:e>
                            <m:r>
                              <a:rPr lang="en-US" sz="1200" i="1">
                                <a:latin typeface="Cambria Math" panose="02040503050406030204" pitchFamily="18" charset="0"/>
                              </a:rPr>
                              <m:t>𝑣</m:t>
                            </m:r>
                          </m:e>
                          <m:sub>
                            <m:r>
                              <a:rPr lang="en-US" sz="1200" i="1">
                                <a:latin typeface="Cambria Math" panose="02040503050406030204" pitchFamily="18" charset="0"/>
                              </a:rPr>
                              <m:t>𝑐𝑜𝑛𝑣</m:t>
                            </m:r>
                            <m:r>
                              <a:rPr lang="en-US" sz="1200" i="1">
                                <a:latin typeface="Cambria Math" panose="02040503050406030204" pitchFamily="18" charset="0"/>
                              </a:rPr>
                              <m:t>,</m:t>
                            </m:r>
                            <m:r>
                              <a:rPr lang="en-US" sz="1200" b="0" i="1" smtClean="0">
                                <a:latin typeface="Cambria Math" panose="02040503050406030204" pitchFamily="18" charset="0"/>
                              </a:rPr>
                              <m:t>𝑞</m:t>
                            </m:r>
                          </m:sub>
                        </m:sSub>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𝑣</m:t>
                            </m:r>
                          </m:e>
                          <m:sub>
                            <m:r>
                              <a:rPr lang="en-US" sz="1200" i="1">
                                <a:latin typeface="Cambria Math" panose="02040503050406030204" pitchFamily="18" charset="0"/>
                              </a:rPr>
                              <m:t>𝐶</m:t>
                            </m:r>
                            <m:r>
                              <a:rPr lang="en-US" sz="1200" i="1">
                                <a:latin typeface="Cambria Math" panose="02040503050406030204" pitchFamily="18" charset="0"/>
                              </a:rPr>
                              <m:t>,</m:t>
                            </m:r>
                            <m:r>
                              <a:rPr lang="en-US" sz="1200" b="0" i="1" smtClean="0">
                                <a:latin typeface="Cambria Math" panose="02040503050406030204" pitchFamily="18" charset="0"/>
                              </a:rPr>
                              <m:t>𝑞</m:t>
                            </m:r>
                          </m:sub>
                        </m:sSub>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𝑅</m:t>
                            </m:r>
                          </m:e>
                          <m:sub>
                            <m:r>
                              <a:rPr lang="en-US" sz="1200" i="1">
                                <a:latin typeface="Cambria Math" panose="02040503050406030204" pitchFamily="18" charset="0"/>
                              </a:rPr>
                              <m:t>𝐿</m:t>
                            </m:r>
                          </m:sub>
                        </m:sSub>
                        <m:sSub>
                          <m:sSubPr>
                            <m:ctrlPr>
                              <a:rPr lang="en-US" sz="1200" i="1">
                                <a:latin typeface="Cambria Math" panose="02040503050406030204" pitchFamily="18" charset="0"/>
                              </a:rPr>
                            </m:ctrlPr>
                          </m:sSubPr>
                          <m:e>
                            <m:r>
                              <a:rPr lang="en-US" sz="1200" i="1">
                                <a:latin typeface="Cambria Math" panose="02040503050406030204" pitchFamily="18" charset="0"/>
                              </a:rPr>
                              <m:t>𝑖</m:t>
                            </m:r>
                          </m:e>
                          <m:sub>
                            <m:r>
                              <a:rPr lang="en-US" sz="1200" i="1">
                                <a:latin typeface="Cambria Math" panose="02040503050406030204" pitchFamily="18" charset="0"/>
                              </a:rPr>
                              <m:t>𝐿</m:t>
                            </m:r>
                            <m:r>
                              <a:rPr lang="en-US" sz="1200" i="1">
                                <a:latin typeface="Cambria Math" panose="02040503050406030204" pitchFamily="18" charset="0"/>
                              </a:rPr>
                              <m:t>,</m:t>
                            </m:r>
                            <m:r>
                              <a:rPr lang="en-US" sz="1200" b="0" i="1" smtClean="0">
                                <a:latin typeface="Cambria Math" panose="02040503050406030204" pitchFamily="18" charset="0"/>
                              </a:rPr>
                              <m:t>𝑞</m:t>
                            </m:r>
                          </m:sub>
                        </m:sSub>
                      </m:num>
                      <m:den>
                        <m:r>
                          <a:rPr lang="en-US" sz="1200" i="1">
                            <a:latin typeface="Cambria Math" panose="02040503050406030204" pitchFamily="18" charset="0"/>
                          </a:rPr>
                          <m:t>𝐿</m:t>
                        </m:r>
                      </m:den>
                    </m:f>
                    <m:r>
                      <a:rPr lang="en-US" sz="1200" b="0" i="1" smtClean="0">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𝜔</m:t>
                        </m:r>
                      </m:e>
                      <m:sub>
                        <m:r>
                          <a:rPr lang="en-US" sz="1200" i="1">
                            <a:latin typeface="Cambria Math" panose="02040503050406030204" pitchFamily="18" charset="0"/>
                          </a:rPr>
                          <m:t>0</m:t>
                        </m:r>
                      </m:sub>
                    </m:sSub>
                    <m:sSub>
                      <m:sSubPr>
                        <m:ctrlPr>
                          <a:rPr lang="en-US" sz="1200" i="1">
                            <a:latin typeface="Cambria Math" panose="02040503050406030204" pitchFamily="18" charset="0"/>
                          </a:rPr>
                        </m:ctrlPr>
                      </m:sSubPr>
                      <m:e>
                        <m:r>
                          <a:rPr lang="en-US" sz="1200" i="1">
                            <a:latin typeface="Cambria Math" panose="02040503050406030204" pitchFamily="18" charset="0"/>
                          </a:rPr>
                          <m:t>𝑖</m:t>
                        </m:r>
                      </m:e>
                      <m:sub>
                        <m:r>
                          <a:rPr lang="en-US" sz="1200" i="1">
                            <a:latin typeface="Cambria Math" panose="02040503050406030204" pitchFamily="18" charset="0"/>
                          </a:rPr>
                          <m:t>𝐿</m:t>
                        </m:r>
                        <m:r>
                          <a:rPr lang="en-US" sz="1200" i="1">
                            <a:latin typeface="Cambria Math" panose="02040503050406030204" pitchFamily="18" charset="0"/>
                          </a:rPr>
                          <m:t>,</m:t>
                        </m:r>
                        <m:r>
                          <a:rPr lang="en-US" sz="1200" b="0" i="1" smtClean="0">
                            <a:latin typeface="Cambria Math" panose="02040503050406030204" pitchFamily="18" charset="0"/>
                          </a:rPr>
                          <m:t>𝑑</m:t>
                        </m:r>
                      </m:sub>
                    </m:sSub>
                  </m:oMath>
                </a14:m>
                <a:endParaRPr lang="en-US" sz="1200" dirty="0"/>
              </a:p>
              <a:p>
                <a:pPr marL="342900" indent="-342900">
                  <a:buFont typeface="+mj-lt"/>
                  <a:buAutoNum type="arabicPeriod"/>
                </a:pPr>
                <a:endParaRPr lang="en-US" sz="1200" dirty="0"/>
              </a:p>
              <a:p>
                <a:pPr marL="342900" indent="-342900">
                  <a:buFont typeface="+mj-lt"/>
                  <a:buAutoNum type="arabicPeriod"/>
                </a:pPr>
                <a14:m>
                  <m:oMath xmlns:m="http://schemas.openxmlformats.org/officeDocument/2006/math">
                    <m:acc>
                      <m:accPr>
                        <m:chr m:val="̇"/>
                        <m:ctrlPr>
                          <a:rPr lang="en-US" sz="1200" i="1">
                            <a:latin typeface="Cambria Math" panose="02040503050406030204" pitchFamily="18" charset="0"/>
                          </a:rPr>
                        </m:ctrlPr>
                      </m:accPr>
                      <m:e>
                        <m:sSub>
                          <m:sSubPr>
                            <m:ctrlPr>
                              <a:rPr lang="en-US" sz="1200" i="1">
                                <a:latin typeface="Cambria Math" panose="02040503050406030204" pitchFamily="18" charset="0"/>
                              </a:rPr>
                            </m:ctrlPr>
                          </m:sSubPr>
                          <m:e>
                            <m:r>
                              <a:rPr lang="en-US" sz="1200" b="0" i="1" smtClean="0">
                                <a:latin typeface="Cambria Math" panose="02040503050406030204" pitchFamily="18" charset="0"/>
                              </a:rPr>
                              <m:t>𝑣</m:t>
                            </m:r>
                          </m:e>
                          <m:sub>
                            <m:r>
                              <a:rPr lang="en-US" sz="1200" b="0" i="1" smtClean="0">
                                <a:latin typeface="Cambria Math" panose="02040503050406030204" pitchFamily="18" charset="0"/>
                              </a:rPr>
                              <m:t>𝐶</m:t>
                            </m:r>
                            <m:r>
                              <a:rPr lang="en-US" sz="1200" i="1">
                                <a:latin typeface="Cambria Math" panose="02040503050406030204" pitchFamily="18" charset="0"/>
                              </a:rPr>
                              <m:t>,</m:t>
                            </m:r>
                            <m:r>
                              <a:rPr lang="en-US" sz="1200" i="1">
                                <a:latin typeface="Cambria Math" panose="02040503050406030204" pitchFamily="18" charset="0"/>
                              </a:rPr>
                              <m:t>𝑑</m:t>
                            </m:r>
                          </m:sub>
                        </m:sSub>
                      </m:e>
                    </m:acc>
                    <m:r>
                      <a:rPr lang="en-US" sz="1200" i="1">
                        <a:latin typeface="Cambria Math" panose="02040503050406030204" pitchFamily="18" charset="0"/>
                      </a:rPr>
                      <m:t>=</m:t>
                    </m:r>
                    <m:f>
                      <m:fPr>
                        <m:ctrlPr>
                          <a:rPr lang="en-US" sz="1200" i="1">
                            <a:latin typeface="Cambria Math" panose="02040503050406030204" pitchFamily="18" charset="0"/>
                          </a:rPr>
                        </m:ctrlPr>
                      </m:fPr>
                      <m:num>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𝑖</m:t>
                            </m:r>
                          </m:e>
                          <m:sub>
                            <m:r>
                              <a:rPr lang="en-US" sz="1200" b="0" i="1" smtClean="0">
                                <a:latin typeface="Cambria Math" panose="02040503050406030204" pitchFamily="18" charset="0"/>
                              </a:rPr>
                              <m:t>𝐿</m:t>
                            </m:r>
                            <m:r>
                              <a:rPr lang="en-US" sz="1200" b="0" i="1" smtClean="0">
                                <a:latin typeface="Cambria Math" panose="02040503050406030204" pitchFamily="18" charset="0"/>
                              </a:rPr>
                              <m:t>,</m:t>
                            </m:r>
                            <m:r>
                              <a:rPr lang="en-US" sz="1200" b="0" i="1" smtClean="0">
                                <a:latin typeface="Cambria Math" panose="02040503050406030204" pitchFamily="18" charset="0"/>
                              </a:rPr>
                              <m:t>𝑑</m:t>
                            </m:r>
                          </m:sub>
                        </m:sSub>
                        <m:r>
                          <a:rPr lang="en-US" sz="1200" b="0" i="1" smtClean="0">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𝑖</m:t>
                            </m:r>
                          </m:e>
                          <m:sub>
                            <m:r>
                              <a:rPr lang="en-US" sz="1200" b="0" i="1" smtClean="0">
                                <a:latin typeface="Cambria Math" panose="02040503050406030204" pitchFamily="18" charset="0"/>
                              </a:rPr>
                              <m:t>𝑔</m:t>
                            </m:r>
                            <m:r>
                              <a:rPr lang="en-US" sz="1200" i="1">
                                <a:latin typeface="Cambria Math" panose="02040503050406030204" pitchFamily="18" charset="0"/>
                              </a:rPr>
                              <m:t>,</m:t>
                            </m:r>
                            <m:r>
                              <a:rPr lang="en-US" sz="1200" i="1">
                                <a:latin typeface="Cambria Math" panose="02040503050406030204" pitchFamily="18" charset="0"/>
                              </a:rPr>
                              <m:t>𝑑</m:t>
                            </m:r>
                          </m:sub>
                        </m:sSub>
                      </m:num>
                      <m:den>
                        <m:r>
                          <a:rPr lang="en-US" sz="1200" b="0" i="1" smtClean="0">
                            <a:latin typeface="Cambria Math" panose="02040503050406030204" pitchFamily="18" charset="0"/>
                          </a:rPr>
                          <m:t>𝐶</m:t>
                        </m:r>
                      </m:den>
                    </m:f>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𝜔</m:t>
                        </m:r>
                      </m:e>
                      <m:sub>
                        <m:r>
                          <a:rPr lang="en-US" sz="1200" i="1">
                            <a:latin typeface="Cambria Math" panose="02040503050406030204" pitchFamily="18" charset="0"/>
                          </a:rPr>
                          <m:t>0</m:t>
                        </m:r>
                      </m:sub>
                    </m:sSub>
                    <m:sSub>
                      <m:sSubPr>
                        <m:ctrlPr>
                          <a:rPr lang="en-US" sz="1200" i="1">
                            <a:latin typeface="Cambria Math" panose="02040503050406030204" pitchFamily="18" charset="0"/>
                          </a:rPr>
                        </m:ctrlPr>
                      </m:sSubPr>
                      <m:e>
                        <m:r>
                          <a:rPr lang="en-US" sz="1200" b="0" i="1" smtClean="0">
                            <a:latin typeface="Cambria Math" panose="02040503050406030204" pitchFamily="18" charset="0"/>
                          </a:rPr>
                          <m:t>𝑣</m:t>
                        </m:r>
                      </m:e>
                      <m:sub>
                        <m:r>
                          <a:rPr lang="en-US" sz="1200" b="0" i="1" smtClean="0">
                            <a:latin typeface="Cambria Math" panose="02040503050406030204" pitchFamily="18" charset="0"/>
                          </a:rPr>
                          <m:t>𝐶</m:t>
                        </m:r>
                        <m:r>
                          <a:rPr lang="en-US" sz="1200" i="1">
                            <a:latin typeface="Cambria Math" panose="02040503050406030204" pitchFamily="18" charset="0"/>
                          </a:rPr>
                          <m:t>,</m:t>
                        </m:r>
                        <m:r>
                          <a:rPr lang="en-US" sz="1200" i="1">
                            <a:latin typeface="Cambria Math" panose="02040503050406030204" pitchFamily="18" charset="0"/>
                          </a:rPr>
                          <m:t>𝑞</m:t>
                        </m:r>
                      </m:sub>
                    </m:sSub>
                  </m:oMath>
                </a14:m>
                <a:endParaRPr lang="en-US" sz="1200" dirty="0"/>
              </a:p>
              <a:p>
                <a:pPr marL="342900" indent="-342900">
                  <a:buFont typeface="+mj-lt"/>
                  <a:buAutoNum type="arabicPeriod"/>
                </a:pPr>
                <a14:m>
                  <m:oMath xmlns:m="http://schemas.openxmlformats.org/officeDocument/2006/math">
                    <m:acc>
                      <m:accPr>
                        <m:chr m:val="̇"/>
                        <m:ctrlPr>
                          <a:rPr lang="en-US" sz="1200" i="1">
                            <a:latin typeface="Cambria Math" panose="02040503050406030204" pitchFamily="18" charset="0"/>
                          </a:rPr>
                        </m:ctrlPr>
                      </m:accPr>
                      <m:e>
                        <m:sSub>
                          <m:sSubPr>
                            <m:ctrlPr>
                              <a:rPr lang="en-US" sz="1200" i="1">
                                <a:latin typeface="Cambria Math" panose="02040503050406030204" pitchFamily="18" charset="0"/>
                              </a:rPr>
                            </m:ctrlPr>
                          </m:sSubPr>
                          <m:e>
                            <m:acc>
                              <m:accPr>
                                <m:chr m:val="̇"/>
                                <m:ctrlPr>
                                  <a:rPr lang="en-US" sz="1200" i="1">
                                    <a:latin typeface="Cambria Math" panose="02040503050406030204" pitchFamily="18" charset="0"/>
                                  </a:rPr>
                                </m:ctrlPr>
                              </m:accPr>
                              <m:e>
                                <m:r>
                                  <a:rPr lang="en-US" sz="1200" b="0" i="1" smtClean="0">
                                    <a:latin typeface="Cambria Math" panose="02040503050406030204" pitchFamily="18" charset="0"/>
                                  </a:rPr>
                                  <m:t>𝑣</m:t>
                                </m:r>
                              </m:e>
                            </m:acc>
                          </m:e>
                          <m:sub>
                            <m:r>
                              <a:rPr lang="en-US" sz="1200" b="0" i="1" smtClean="0">
                                <a:latin typeface="Cambria Math" panose="02040503050406030204" pitchFamily="18" charset="0"/>
                              </a:rPr>
                              <m:t>𝐶</m:t>
                            </m:r>
                            <m:r>
                              <a:rPr lang="en-US" sz="1200" i="1">
                                <a:latin typeface="Cambria Math" panose="02040503050406030204" pitchFamily="18" charset="0"/>
                              </a:rPr>
                              <m:t>,</m:t>
                            </m:r>
                            <m:r>
                              <a:rPr lang="en-US" sz="1200" i="1">
                                <a:latin typeface="Cambria Math" panose="02040503050406030204" pitchFamily="18" charset="0"/>
                              </a:rPr>
                              <m:t>𝑞</m:t>
                            </m:r>
                          </m:sub>
                        </m:sSub>
                      </m:e>
                    </m:acc>
                    <m:r>
                      <a:rPr lang="en-US" sz="1200" i="1">
                        <a:latin typeface="Cambria Math" panose="02040503050406030204" pitchFamily="18" charset="0"/>
                      </a:rPr>
                      <m:t>=</m:t>
                    </m:r>
                    <m:f>
                      <m:fPr>
                        <m:ctrlPr>
                          <a:rPr lang="en-US" sz="1200" i="1">
                            <a:latin typeface="Cambria Math" panose="02040503050406030204" pitchFamily="18" charset="0"/>
                          </a:rPr>
                        </m:ctrlPr>
                      </m:fPr>
                      <m:num>
                        <m:sSub>
                          <m:sSubPr>
                            <m:ctrlPr>
                              <a:rPr lang="en-US" sz="1200" i="1">
                                <a:latin typeface="Cambria Math" panose="02040503050406030204" pitchFamily="18" charset="0"/>
                              </a:rPr>
                            </m:ctrlPr>
                          </m:sSubPr>
                          <m:e>
                            <m:r>
                              <a:rPr lang="en-US" sz="1200" i="1">
                                <a:latin typeface="Cambria Math" panose="02040503050406030204" pitchFamily="18" charset="0"/>
                              </a:rPr>
                              <m:t>𝑖</m:t>
                            </m:r>
                          </m:e>
                          <m:sub>
                            <m:r>
                              <a:rPr lang="en-US" sz="1200" i="1">
                                <a:latin typeface="Cambria Math" panose="02040503050406030204" pitchFamily="18" charset="0"/>
                              </a:rPr>
                              <m:t>𝐿</m:t>
                            </m:r>
                            <m:r>
                              <a:rPr lang="en-US" sz="1200" i="1">
                                <a:latin typeface="Cambria Math" panose="02040503050406030204" pitchFamily="18" charset="0"/>
                              </a:rPr>
                              <m:t>,</m:t>
                            </m:r>
                            <m:r>
                              <a:rPr lang="en-US" sz="1200" b="0" i="1" smtClean="0">
                                <a:latin typeface="Cambria Math" panose="02040503050406030204" pitchFamily="18" charset="0"/>
                              </a:rPr>
                              <m:t>𝑞</m:t>
                            </m:r>
                          </m:sub>
                        </m:sSub>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𝑖</m:t>
                            </m:r>
                          </m:e>
                          <m:sub>
                            <m:r>
                              <a:rPr lang="en-US" sz="1200" i="1">
                                <a:latin typeface="Cambria Math" panose="02040503050406030204" pitchFamily="18" charset="0"/>
                              </a:rPr>
                              <m:t>𝑔</m:t>
                            </m:r>
                            <m:r>
                              <a:rPr lang="en-US" sz="1200" i="1">
                                <a:latin typeface="Cambria Math" panose="02040503050406030204" pitchFamily="18" charset="0"/>
                              </a:rPr>
                              <m:t>,</m:t>
                            </m:r>
                            <m:r>
                              <a:rPr lang="en-US" sz="1200" b="0" i="1" smtClean="0">
                                <a:latin typeface="Cambria Math" panose="02040503050406030204" pitchFamily="18" charset="0"/>
                              </a:rPr>
                              <m:t>𝑞</m:t>
                            </m:r>
                          </m:sub>
                        </m:sSub>
                      </m:num>
                      <m:den>
                        <m:r>
                          <a:rPr lang="en-US" sz="1200" b="0" i="1" smtClean="0">
                            <a:latin typeface="Cambria Math" panose="02040503050406030204" pitchFamily="18" charset="0"/>
                          </a:rPr>
                          <m:t>𝐶</m:t>
                        </m:r>
                      </m:den>
                    </m:f>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𝜔</m:t>
                        </m:r>
                      </m:e>
                      <m:sub>
                        <m:r>
                          <a:rPr lang="en-US" sz="1200" i="1">
                            <a:latin typeface="Cambria Math" panose="02040503050406030204" pitchFamily="18" charset="0"/>
                          </a:rPr>
                          <m:t>0</m:t>
                        </m:r>
                      </m:sub>
                    </m:sSub>
                    <m:sSub>
                      <m:sSubPr>
                        <m:ctrlPr>
                          <a:rPr lang="en-US" sz="1200" i="1">
                            <a:latin typeface="Cambria Math" panose="02040503050406030204" pitchFamily="18" charset="0"/>
                          </a:rPr>
                        </m:ctrlPr>
                      </m:sSubPr>
                      <m:e>
                        <m:r>
                          <a:rPr lang="en-US" sz="1200" b="0" i="1" smtClean="0">
                            <a:latin typeface="Cambria Math" panose="02040503050406030204" pitchFamily="18" charset="0"/>
                          </a:rPr>
                          <m:t>𝑣</m:t>
                        </m:r>
                      </m:e>
                      <m:sub>
                        <m:r>
                          <a:rPr lang="en-US" sz="1200" b="0" i="1" smtClean="0">
                            <a:latin typeface="Cambria Math" panose="02040503050406030204" pitchFamily="18" charset="0"/>
                          </a:rPr>
                          <m:t>𝐶</m:t>
                        </m:r>
                        <m:r>
                          <a:rPr lang="en-US" sz="1200" i="1">
                            <a:latin typeface="Cambria Math" panose="02040503050406030204" pitchFamily="18" charset="0"/>
                          </a:rPr>
                          <m:t>,</m:t>
                        </m:r>
                        <m:r>
                          <a:rPr lang="en-US" sz="1200" i="1">
                            <a:latin typeface="Cambria Math" panose="02040503050406030204" pitchFamily="18" charset="0"/>
                          </a:rPr>
                          <m:t>𝑑</m:t>
                        </m:r>
                      </m:sub>
                    </m:sSub>
                  </m:oMath>
                </a14:m>
                <a:endParaRPr lang="en-US" sz="1200" dirty="0"/>
              </a:p>
              <a:p>
                <a:pPr marL="342900" indent="-342900">
                  <a:buFont typeface="+mj-lt"/>
                  <a:buAutoNum type="arabicPeriod"/>
                </a:pPr>
                <a:endParaRPr lang="en-US" sz="1200" dirty="0"/>
              </a:p>
              <a:p>
                <a:pPr marL="342900" indent="-342900">
                  <a:buFont typeface="+mj-lt"/>
                  <a:buAutoNum type="arabicPeriod"/>
                </a:pPr>
                <a14:m>
                  <m:oMath xmlns:m="http://schemas.openxmlformats.org/officeDocument/2006/math">
                    <m:acc>
                      <m:accPr>
                        <m:chr m:val="̇"/>
                        <m:ctrlPr>
                          <a:rPr lang="en-US" sz="1200" i="1">
                            <a:latin typeface="Cambria Math" panose="02040503050406030204" pitchFamily="18" charset="0"/>
                          </a:rPr>
                        </m:ctrlPr>
                      </m:accPr>
                      <m:e>
                        <m:sSub>
                          <m:sSubPr>
                            <m:ctrlPr>
                              <a:rPr lang="en-US" sz="1200" i="1" smtClean="0">
                                <a:latin typeface="Cambria Math" panose="02040503050406030204" pitchFamily="18" charset="0"/>
                              </a:rPr>
                            </m:ctrlPr>
                          </m:sSubPr>
                          <m:e>
                            <m:acc>
                              <m:accPr>
                                <m:chr m:val="̇"/>
                                <m:ctrlPr>
                                  <a:rPr lang="en-US" sz="1200" i="1">
                                    <a:latin typeface="Cambria Math" panose="02040503050406030204" pitchFamily="18" charset="0"/>
                                  </a:rPr>
                                </m:ctrlPr>
                              </m:accPr>
                              <m:e>
                                <m:r>
                                  <a:rPr lang="en-US" sz="1200" i="1">
                                    <a:latin typeface="Cambria Math" panose="02040503050406030204" pitchFamily="18" charset="0"/>
                                  </a:rPr>
                                  <m:t>𝑖</m:t>
                                </m:r>
                              </m:e>
                            </m:acc>
                          </m:e>
                          <m:sub>
                            <m:r>
                              <a:rPr lang="en-US" sz="1200" b="0" i="1" smtClean="0">
                                <a:latin typeface="Cambria Math" panose="02040503050406030204" pitchFamily="18" charset="0"/>
                              </a:rPr>
                              <m:t>𝑑𝑐</m:t>
                            </m:r>
                          </m:sub>
                        </m:sSub>
                      </m:e>
                    </m:acc>
                    <m:r>
                      <a:rPr lang="en-US" sz="1200" i="1">
                        <a:latin typeface="Cambria Math" panose="02040503050406030204" pitchFamily="18" charset="0"/>
                      </a:rPr>
                      <m:t>=</m:t>
                    </m:r>
                    <m:f>
                      <m:fPr>
                        <m:ctrlPr>
                          <a:rPr lang="en-US" sz="1200" i="1" smtClean="0">
                            <a:latin typeface="Cambria Math" panose="02040503050406030204" pitchFamily="18" charset="0"/>
                          </a:rPr>
                        </m:ctrlPr>
                      </m:fPr>
                      <m:num>
                        <m:sSub>
                          <m:sSubPr>
                            <m:ctrlPr>
                              <a:rPr lang="en-US" sz="1200" i="1">
                                <a:latin typeface="Cambria Math" panose="02040503050406030204" pitchFamily="18" charset="0"/>
                              </a:rPr>
                            </m:ctrlPr>
                          </m:sSubPr>
                          <m:e>
                            <m:r>
                              <a:rPr lang="en-US" sz="1200" i="1">
                                <a:latin typeface="Cambria Math" panose="02040503050406030204" pitchFamily="18" charset="0"/>
                              </a:rPr>
                              <m:t>𝑣</m:t>
                            </m:r>
                          </m:e>
                          <m:sub>
                            <m:r>
                              <a:rPr lang="en-US" sz="1200" i="1">
                                <a:latin typeface="Cambria Math" panose="02040503050406030204" pitchFamily="18" charset="0"/>
                              </a:rPr>
                              <m:t>𝑜</m:t>
                            </m:r>
                          </m:sub>
                        </m:sSub>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𝑣</m:t>
                            </m:r>
                          </m:e>
                          <m:sub>
                            <m:r>
                              <a:rPr lang="en-US" sz="1200" i="1">
                                <a:latin typeface="Cambria Math" panose="02040503050406030204" pitchFamily="18" charset="0"/>
                              </a:rPr>
                              <m:t>𝑑𝑐</m:t>
                            </m:r>
                          </m:sub>
                        </m:sSub>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𝑅</m:t>
                            </m:r>
                          </m:e>
                          <m:sub>
                            <m:r>
                              <a:rPr lang="en-US" sz="1200" i="1">
                                <a:latin typeface="Cambria Math" panose="02040503050406030204" pitchFamily="18" charset="0"/>
                              </a:rPr>
                              <m:t>𝐿</m:t>
                            </m:r>
                            <m:r>
                              <a:rPr lang="en-US" sz="1200" i="1">
                                <a:latin typeface="Cambria Math" panose="02040503050406030204" pitchFamily="18" charset="0"/>
                              </a:rPr>
                              <m:t>,</m:t>
                            </m:r>
                            <m:r>
                              <a:rPr lang="en-US" sz="1200" i="1">
                                <a:latin typeface="Cambria Math" panose="02040503050406030204" pitchFamily="18" charset="0"/>
                              </a:rPr>
                              <m:t>𝑑𝑐</m:t>
                            </m:r>
                          </m:sub>
                        </m:sSub>
                        <m:sSub>
                          <m:sSubPr>
                            <m:ctrlPr>
                              <a:rPr lang="en-US" sz="1200" i="1">
                                <a:latin typeface="Cambria Math" panose="02040503050406030204" pitchFamily="18" charset="0"/>
                              </a:rPr>
                            </m:ctrlPr>
                          </m:sSubPr>
                          <m:e>
                            <m:r>
                              <a:rPr lang="en-US" sz="1200" i="1">
                                <a:latin typeface="Cambria Math" panose="02040503050406030204" pitchFamily="18" charset="0"/>
                              </a:rPr>
                              <m:t>𝑖</m:t>
                            </m:r>
                          </m:e>
                          <m:sub>
                            <m:r>
                              <a:rPr lang="en-US" sz="1200" i="1">
                                <a:latin typeface="Cambria Math" panose="02040503050406030204" pitchFamily="18" charset="0"/>
                              </a:rPr>
                              <m:t>𝑑𝑐</m:t>
                            </m:r>
                          </m:sub>
                        </m:sSub>
                      </m:num>
                      <m:den>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𝐿</m:t>
                            </m:r>
                          </m:e>
                          <m:sub>
                            <m:r>
                              <a:rPr lang="en-US" sz="1200" b="0" i="1" smtClean="0">
                                <a:latin typeface="Cambria Math" panose="02040503050406030204" pitchFamily="18" charset="0"/>
                              </a:rPr>
                              <m:t>𝑑𝑐</m:t>
                            </m:r>
                          </m:sub>
                        </m:sSub>
                      </m:den>
                    </m:f>
                  </m:oMath>
                </a14:m>
                <a:endParaRPr lang="en-US" sz="1200" dirty="0"/>
              </a:p>
              <a:p>
                <a:pPr marL="342900" indent="-342900">
                  <a:buFont typeface="+mj-lt"/>
                  <a:buAutoNum type="arabicPeriod"/>
                </a:pPr>
                <a14:m>
                  <m:oMath xmlns:m="http://schemas.openxmlformats.org/officeDocument/2006/math">
                    <m:sSub>
                      <m:sSubPr>
                        <m:ctrlPr>
                          <a:rPr lang="en-US" sz="1200" b="0" i="1" smtClean="0">
                            <a:latin typeface="Cambria Math" panose="02040503050406030204" pitchFamily="18" charset="0"/>
                          </a:rPr>
                        </m:ctrlPr>
                      </m:sSubPr>
                      <m:e>
                        <m:acc>
                          <m:accPr>
                            <m:chr m:val="̇"/>
                            <m:ctrlPr>
                              <a:rPr lang="en-US" sz="1200" i="1">
                                <a:latin typeface="Cambria Math" panose="02040503050406030204" pitchFamily="18" charset="0"/>
                              </a:rPr>
                            </m:ctrlPr>
                          </m:accPr>
                          <m:e>
                            <m:r>
                              <a:rPr lang="en-US" sz="1200" b="0" i="1" smtClean="0">
                                <a:latin typeface="Cambria Math" panose="02040503050406030204" pitchFamily="18" charset="0"/>
                              </a:rPr>
                              <m:t>𝑣</m:t>
                            </m:r>
                          </m:e>
                        </m:acc>
                      </m:e>
                      <m:sub>
                        <m:r>
                          <a:rPr lang="en-US" sz="1200" b="0" i="1" smtClean="0">
                            <a:latin typeface="Cambria Math" panose="02040503050406030204" pitchFamily="18" charset="0"/>
                          </a:rPr>
                          <m:t>𝑑𝑐</m:t>
                        </m:r>
                      </m:sub>
                    </m:sSub>
                    <m:r>
                      <a:rPr lang="en-US" sz="1200" b="0" i="1" smtClean="0">
                        <a:latin typeface="Cambria Math" panose="02040503050406030204" pitchFamily="18" charset="0"/>
                      </a:rPr>
                      <m:t>=</m:t>
                    </m:r>
                    <m:f>
                      <m:fPr>
                        <m:ctrlPr>
                          <a:rPr lang="en-US" sz="1200" b="0" i="1" smtClean="0">
                            <a:latin typeface="Cambria Math" panose="02040503050406030204" pitchFamily="18" charset="0"/>
                          </a:rPr>
                        </m:ctrlPr>
                      </m:fPr>
                      <m:num>
                        <m:sSub>
                          <m:sSubPr>
                            <m:ctrlPr>
                              <a:rPr lang="en-US" sz="1200" i="1">
                                <a:latin typeface="Cambria Math" panose="02040503050406030204" pitchFamily="18" charset="0"/>
                              </a:rPr>
                            </m:ctrlPr>
                          </m:sSubPr>
                          <m:e>
                            <m:r>
                              <a:rPr lang="en-US" sz="1200" i="1">
                                <a:latin typeface="Cambria Math" panose="02040503050406030204" pitchFamily="18" charset="0"/>
                              </a:rPr>
                              <m:t>𝑅</m:t>
                            </m:r>
                          </m:e>
                          <m:sub>
                            <m:r>
                              <a:rPr lang="en-US" sz="1200" i="1">
                                <a:latin typeface="Cambria Math" panose="02040503050406030204" pitchFamily="18" charset="0"/>
                              </a:rPr>
                              <m:t>𝑠h</m:t>
                            </m:r>
                          </m:sub>
                        </m:sSub>
                        <m:d>
                          <m:dPr>
                            <m:ctrlPr>
                              <a:rPr lang="en-US" sz="1200" i="1">
                                <a:latin typeface="Cambria Math" panose="02040503050406030204" pitchFamily="18" charset="0"/>
                              </a:rPr>
                            </m:ctrlPr>
                          </m:dPr>
                          <m:e>
                            <m:sSub>
                              <m:sSubPr>
                                <m:ctrlPr>
                                  <a:rPr lang="en-US" sz="1200" i="1">
                                    <a:latin typeface="Cambria Math" panose="02040503050406030204" pitchFamily="18" charset="0"/>
                                  </a:rPr>
                                </m:ctrlPr>
                              </m:sSubPr>
                              <m:e>
                                <m:r>
                                  <a:rPr lang="en-US" sz="1200" i="1">
                                    <a:latin typeface="Cambria Math" panose="02040503050406030204" pitchFamily="18" charset="0"/>
                                  </a:rPr>
                                  <m:t>𝑖</m:t>
                                </m:r>
                              </m:e>
                              <m:sub>
                                <m:r>
                                  <a:rPr lang="en-US" sz="1200" i="1">
                                    <a:latin typeface="Cambria Math" panose="02040503050406030204" pitchFamily="18" charset="0"/>
                                  </a:rPr>
                                  <m:t>𝑑𝑐</m:t>
                                </m:r>
                              </m:sub>
                            </m:sSub>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𝑖</m:t>
                                </m:r>
                              </m:e>
                              <m:sub>
                                <m:r>
                                  <a:rPr lang="en-US" sz="1200" i="1">
                                    <a:latin typeface="Cambria Math" panose="02040503050406030204" pitchFamily="18" charset="0"/>
                                  </a:rPr>
                                  <m:t>𝑏</m:t>
                                </m:r>
                              </m:sub>
                            </m:sSub>
                          </m:e>
                        </m:d>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𝑣</m:t>
                            </m:r>
                          </m:e>
                          <m:sub>
                            <m:r>
                              <a:rPr lang="en-US" sz="1200" i="1">
                                <a:latin typeface="Cambria Math" panose="02040503050406030204" pitchFamily="18" charset="0"/>
                              </a:rPr>
                              <m:t>𝐶</m:t>
                            </m:r>
                            <m:r>
                              <a:rPr lang="en-US" sz="1200" i="1">
                                <a:latin typeface="Cambria Math" panose="02040503050406030204" pitchFamily="18" charset="0"/>
                              </a:rPr>
                              <m:t>,</m:t>
                            </m:r>
                            <m:r>
                              <a:rPr lang="en-US" sz="1200" i="1">
                                <a:latin typeface="Cambria Math" panose="02040503050406030204" pitchFamily="18" charset="0"/>
                              </a:rPr>
                              <m:t>𝑑𝑐</m:t>
                            </m:r>
                          </m:sub>
                        </m:sSub>
                      </m:num>
                      <m:den>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𝐶</m:t>
                            </m:r>
                          </m:e>
                          <m:sub>
                            <m:r>
                              <a:rPr lang="en-US" sz="1200" b="0" i="1" smtClean="0">
                                <a:latin typeface="Cambria Math" panose="02040503050406030204" pitchFamily="18" charset="0"/>
                              </a:rPr>
                              <m:t>𝑑𝑐</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𝑅</m:t>
                            </m:r>
                          </m:e>
                          <m:sub>
                            <m:r>
                              <a:rPr lang="en-US" sz="1200" b="0" i="1" smtClean="0">
                                <a:latin typeface="Cambria Math" panose="02040503050406030204" pitchFamily="18" charset="0"/>
                              </a:rPr>
                              <m:t>𝑠h</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𝑅</m:t>
                            </m:r>
                          </m:e>
                          <m:sub>
                            <m:r>
                              <a:rPr lang="en-US" sz="1200" b="0" i="1" smtClean="0">
                                <a:latin typeface="Cambria Math" panose="02040503050406030204" pitchFamily="18" charset="0"/>
                              </a:rPr>
                              <m:t>𝐶</m:t>
                            </m:r>
                            <m:r>
                              <a:rPr lang="en-US" sz="1200" b="0" i="1" smtClean="0">
                                <a:latin typeface="Cambria Math" panose="02040503050406030204" pitchFamily="18" charset="0"/>
                              </a:rPr>
                              <m:t>,</m:t>
                            </m:r>
                            <m:r>
                              <a:rPr lang="en-US" sz="1200" b="0" i="1" smtClean="0">
                                <a:latin typeface="Cambria Math" panose="02040503050406030204" pitchFamily="18" charset="0"/>
                              </a:rPr>
                              <m:t>𝑑𝑐</m:t>
                            </m:r>
                          </m:sub>
                        </m:sSub>
                        <m:r>
                          <a:rPr lang="en-US" sz="1200" b="0" i="1" smtClean="0">
                            <a:latin typeface="Cambria Math" panose="02040503050406030204" pitchFamily="18" charset="0"/>
                          </a:rPr>
                          <m:t>)</m:t>
                        </m:r>
                      </m:den>
                    </m:f>
                  </m:oMath>
                </a14:m>
                <a:endParaRPr lang="en-US" sz="1200" dirty="0"/>
              </a:p>
            </p:txBody>
          </p:sp>
        </mc:Choice>
        <mc:Fallback xmlns="">
          <p:sp>
            <p:nvSpPr>
              <p:cNvPr id="4" name="TextBox 3">
                <a:extLst>
                  <a:ext uri="{FF2B5EF4-FFF2-40B4-BE49-F238E27FC236}">
                    <a16:creationId xmlns:a16="http://schemas.microsoft.com/office/drawing/2014/main" id="{9B3333D4-7077-8528-AAF2-8861DDD9686B}"/>
                  </a:ext>
                </a:extLst>
              </p:cNvPr>
              <p:cNvSpPr txBox="1">
                <a:spLocks noRot="1" noChangeAspect="1" noMove="1" noResize="1" noEditPoints="1" noAdjustHandles="1" noChangeArrowheads="1" noChangeShapeType="1" noTextEdit="1"/>
              </p:cNvSpPr>
              <p:nvPr/>
            </p:nvSpPr>
            <p:spPr>
              <a:xfrm>
                <a:off x="685015" y="890255"/>
                <a:ext cx="2412199" cy="4255973"/>
              </a:xfrm>
              <a:prstGeom prst="rect">
                <a:avLst/>
              </a:prstGeom>
              <a:blipFill>
                <a:blip r:embed="rId2"/>
                <a:stretch>
                  <a:fillRect l="-3788" t="-1146" r="-505" b="-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B4ADCD24-DA56-00EB-F679-4919FBEEABED}"/>
                  </a:ext>
                </a:extLst>
              </p:cNvPr>
              <p:cNvSpPr txBox="1"/>
              <p:nvPr/>
            </p:nvSpPr>
            <p:spPr>
              <a:xfrm>
                <a:off x="3667990" y="830725"/>
                <a:ext cx="2891817" cy="4329647"/>
              </a:xfrm>
              <a:prstGeom prst="rect">
                <a:avLst/>
              </a:prstGeom>
              <a:noFill/>
            </p:spPr>
            <p:txBody>
              <a:bodyPr wrap="none" lIns="0" tIns="0" rIns="0" bIns="0" rtlCol="0">
                <a:spAutoFit/>
              </a:bodyPr>
              <a:lstStyle/>
              <a:p>
                <a:pPr marL="342900" indent="-342900">
                  <a:buFont typeface="+mj-lt"/>
                  <a:buAutoNum type="arabicPeriod"/>
                </a:pPr>
                <a14:m>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𝑒</m:t>
                        </m:r>
                      </m:e>
                      <m:sub>
                        <m:r>
                          <a:rPr lang="en-US" sz="1200" b="0" i="1" smtClean="0">
                            <a:latin typeface="Cambria Math" panose="02040503050406030204" pitchFamily="18" charset="0"/>
                          </a:rPr>
                          <m:t>2</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acc>
                          <m:accPr>
                            <m:chr m:val="̂"/>
                            <m:ctrlPr>
                              <a:rPr lang="en-US" sz="1200" b="0" i="1" smtClean="0">
                                <a:latin typeface="Cambria Math" panose="02040503050406030204" pitchFamily="18" charset="0"/>
                              </a:rPr>
                            </m:ctrlPr>
                          </m:accPr>
                          <m:e>
                            <m:r>
                              <a:rPr lang="en-US" sz="1200" b="0" i="1" smtClean="0">
                                <a:latin typeface="Cambria Math" panose="02040503050406030204" pitchFamily="18" charset="0"/>
                              </a:rPr>
                              <m:t>𝑣</m:t>
                            </m:r>
                          </m:e>
                        </m:acc>
                      </m:e>
                      <m:sub>
                        <m:r>
                          <a:rPr lang="en-US" sz="1200" b="0" i="1" smtClean="0">
                            <a:latin typeface="Cambria Math" panose="02040503050406030204" pitchFamily="18" charset="0"/>
                          </a:rPr>
                          <m:t>𝑞</m:t>
                        </m:r>
                      </m:sub>
                    </m:sSub>
                  </m:oMath>
                </a14:m>
                <a:endParaRPr lang="en-US" sz="1200" b="0" i="1" dirty="0">
                  <a:latin typeface="Cambria Math" panose="02040503050406030204" pitchFamily="18" charset="0"/>
                </a:endParaRPr>
              </a:p>
              <a:p>
                <a:pPr marL="342900" indent="-342900">
                  <a:buFont typeface="+mj-lt"/>
                  <a:buAutoNum type="arabicPeriod"/>
                </a:pPr>
                <a14:m>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𝑣</m:t>
                        </m:r>
                      </m:e>
                      <m:sub>
                        <m:r>
                          <a:rPr lang="en-US" sz="1200" b="0" i="1" smtClean="0">
                            <a:latin typeface="Cambria Math" panose="02040503050406030204" pitchFamily="18" charset="0"/>
                          </a:rPr>
                          <m:t>𝐶</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𝑣</m:t>
                        </m:r>
                      </m:e>
                      <m:sub>
                        <m:r>
                          <a:rPr lang="en-US" sz="1200" b="0" i="1" smtClean="0">
                            <a:latin typeface="Cambria Math" panose="02040503050406030204" pitchFamily="18" charset="0"/>
                          </a:rPr>
                          <m:t>𝐶</m:t>
                        </m:r>
                        <m:r>
                          <a:rPr lang="en-US" sz="1200" b="0" i="1" smtClean="0">
                            <a:latin typeface="Cambria Math" panose="02040503050406030204" pitchFamily="18" charset="0"/>
                          </a:rPr>
                          <m:t>,</m:t>
                        </m:r>
                        <m:r>
                          <a:rPr lang="en-US" sz="1200" b="0" i="1" smtClean="0">
                            <a:latin typeface="Cambria Math" panose="02040503050406030204" pitchFamily="18" charset="0"/>
                          </a:rPr>
                          <m:t>𝑑</m:t>
                        </m:r>
                      </m:sub>
                    </m:sSub>
                    <m:func>
                      <m:funcPr>
                        <m:ctrlPr>
                          <a:rPr lang="en-US" sz="1200" b="0" i="1" smtClean="0">
                            <a:latin typeface="Cambria Math" panose="02040503050406030204" pitchFamily="18" charset="0"/>
                          </a:rPr>
                        </m:ctrlPr>
                      </m:funcPr>
                      <m:fName>
                        <m:r>
                          <m:rPr>
                            <m:sty m:val="p"/>
                          </m:rPr>
                          <a:rPr lang="en-US" sz="1200" b="0" i="0" smtClean="0">
                            <a:latin typeface="Cambria Math" panose="02040503050406030204" pitchFamily="18" charset="0"/>
                          </a:rPr>
                          <m:t>sin</m:t>
                        </m:r>
                      </m:fName>
                      <m:e>
                        <m:r>
                          <a:rPr lang="en-US" sz="1200" b="0" i="1" smtClean="0">
                            <a:latin typeface="Cambria Math" panose="02040503050406030204" pitchFamily="18" charset="0"/>
                          </a:rPr>
                          <m:t>𝜃</m:t>
                        </m:r>
                      </m:e>
                    </m:func>
                    <m:r>
                      <a:rPr lang="en-US" sz="1200" b="0" i="1" smtClean="0">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𝑣</m:t>
                        </m:r>
                      </m:e>
                      <m:sub>
                        <m:r>
                          <a:rPr lang="en-US" sz="1200" i="1">
                            <a:latin typeface="Cambria Math" panose="02040503050406030204" pitchFamily="18" charset="0"/>
                          </a:rPr>
                          <m:t>𝐶</m:t>
                        </m:r>
                        <m:r>
                          <a:rPr lang="en-US" sz="1200" i="1">
                            <a:latin typeface="Cambria Math" panose="02040503050406030204" pitchFamily="18" charset="0"/>
                          </a:rPr>
                          <m:t>,</m:t>
                        </m:r>
                        <m:r>
                          <a:rPr lang="en-US" sz="1200" b="0" i="1" smtClean="0">
                            <a:latin typeface="Cambria Math" panose="02040503050406030204" pitchFamily="18" charset="0"/>
                          </a:rPr>
                          <m:t>𝑞</m:t>
                        </m:r>
                      </m:sub>
                    </m:sSub>
                    <m:func>
                      <m:funcPr>
                        <m:ctrlPr>
                          <a:rPr lang="en-US" sz="1200" i="1">
                            <a:latin typeface="Cambria Math" panose="02040503050406030204" pitchFamily="18" charset="0"/>
                          </a:rPr>
                        </m:ctrlPr>
                      </m:funcPr>
                      <m:fName>
                        <m:r>
                          <m:rPr>
                            <m:sty m:val="p"/>
                          </m:rPr>
                          <a:rPr lang="en-US" sz="1200" b="0" i="0" smtClean="0">
                            <a:latin typeface="Cambria Math" panose="02040503050406030204" pitchFamily="18" charset="0"/>
                          </a:rPr>
                          <m:t>cos</m:t>
                        </m:r>
                      </m:fName>
                      <m:e>
                        <m:r>
                          <a:rPr lang="en-US" sz="1200" i="1">
                            <a:latin typeface="Cambria Math" panose="02040503050406030204" pitchFamily="18" charset="0"/>
                          </a:rPr>
                          <m:t>𝜃</m:t>
                        </m:r>
                      </m:e>
                    </m:func>
                  </m:oMath>
                </a14:m>
                <a:endParaRPr lang="en-US" sz="1200" dirty="0"/>
              </a:p>
              <a:p>
                <a:pPr marL="342900" indent="-342900">
                  <a:buFont typeface="+mj-lt"/>
                  <a:buAutoNum type="arabicPeriod"/>
                </a:pPr>
                <a14:m>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𝑖</m:t>
                        </m:r>
                      </m:e>
                      <m:sub>
                        <m:r>
                          <a:rPr lang="en-US" sz="1200" b="0" i="1" smtClean="0">
                            <a:latin typeface="Cambria Math" panose="02040503050406030204" pitchFamily="18" charset="0"/>
                          </a:rPr>
                          <m:t>𝐿</m:t>
                        </m:r>
                      </m:sub>
                    </m:sSub>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b="0" i="1" smtClean="0">
                            <a:latin typeface="Cambria Math" panose="02040503050406030204" pitchFamily="18" charset="0"/>
                          </a:rPr>
                          <m:t>𝑖</m:t>
                        </m:r>
                      </m:e>
                      <m:sub>
                        <m:r>
                          <a:rPr lang="en-US" sz="1200" b="0" i="1" smtClean="0">
                            <a:latin typeface="Cambria Math" panose="02040503050406030204" pitchFamily="18" charset="0"/>
                          </a:rPr>
                          <m:t>𝐿</m:t>
                        </m:r>
                        <m:r>
                          <a:rPr lang="en-US" sz="1200" i="1">
                            <a:latin typeface="Cambria Math" panose="02040503050406030204" pitchFamily="18" charset="0"/>
                          </a:rPr>
                          <m:t>,</m:t>
                        </m:r>
                        <m:r>
                          <a:rPr lang="en-US" sz="1200" i="1">
                            <a:latin typeface="Cambria Math" panose="02040503050406030204" pitchFamily="18" charset="0"/>
                          </a:rPr>
                          <m:t>𝑑</m:t>
                        </m:r>
                      </m:sub>
                    </m:sSub>
                    <m:func>
                      <m:funcPr>
                        <m:ctrlPr>
                          <a:rPr lang="en-US" sz="1200" i="1">
                            <a:latin typeface="Cambria Math" panose="02040503050406030204" pitchFamily="18" charset="0"/>
                          </a:rPr>
                        </m:ctrlPr>
                      </m:funcPr>
                      <m:fName>
                        <m:r>
                          <m:rPr>
                            <m:sty m:val="p"/>
                          </m:rPr>
                          <a:rPr lang="en-US" sz="1200">
                            <a:latin typeface="Cambria Math" panose="02040503050406030204" pitchFamily="18" charset="0"/>
                          </a:rPr>
                          <m:t>sin</m:t>
                        </m:r>
                      </m:fName>
                      <m:e>
                        <m:r>
                          <a:rPr lang="en-US" sz="1200" i="1">
                            <a:latin typeface="Cambria Math" panose="02040503050406030204" pitchFamily="18" charset="0"/>
                          </a:rPr>
                          <m:t>𝜃</m:t>
                        </m:r>
                      </m:e>
                    </m:func>
                    <m:r>
                      <a:rPr lang="en-US" sz="1200" i="1">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𝑖</m:t>
                        </m:r>
                      </m:e>
                      <m:sub>
                        <m:r>
                          <a:rPr lang="en-US" sz="1200" b="0" i="1" smtClean="0">
                            <a:latin typeface="Cambria Math" panose="02040503050406030204" pitchFamily="18" charset="0"/>
                          </a:rPr>
                          <m:t>𝐿</m:t>
                        </m:r>
                        <m:r>
                          <a:rPr lang="en-US" sz="1200" b="0" i="1" smtClean="0">
                            <a:latin typeface="Cambria Math" panose="02040503050406030204" pitchFamily="18" charset="0"/>
                          </a:rPr>
                          <m:t>,</m:t>
                        </m:r>
                        <m:r>
                          <a:rPr lang="en-US" sz="1200" b="0" i="1" smtClean="0">
                            <a:latin typeface="Cambria Math" panose="02040503050406030204" pitchFamily="18" charset="0"/>
                          </a:rPr>
                          <m:t>𝑞</m:t>
                        </m:r>
                      </m:sub>
                    </m:sSub>
                    <m:func>
                      <m:funcPr>
                        <m:ctrlPr>
                          <a:rPr lang="en-US" sz="1200" i="1">
                            <a:latin typeface="Cambria Math" panose="02040503050406030204" pitchFamily="18" charset="0"/>
                          </a:rPr>
                        </m:ctrlPr>
                      </m:funcPr>
                      <m:fName>
                        <m:r>
                          <m:rPr>
                            <m:sty m:val="p"/>
                          </m:rPr>
                          <a:rPr lang="en-US" sz="1200">
                            <a:latin typeface="Cambria Math" panose="02040503050406030204" pitchFamily="18" charset="0"/>
                          </a:rPr>
                          <m:t>cos</m:t>
                        </m:r>
                      </m:fName>
                      <m:e>
                        <m:r>
                          <a:rPr lang="en-US" sz="1200" i="1">
                            <a:latin typeface="Cambria Math" panose="02040503050406030204" pitchFamily="18" charset="0"/>
                          </a:rPr>
                          <m:t>𝜃</m:t>
                        </m:r>
                      </m:e>
                    </m:func>
                  </m:oMath>
                </a14:m>
                <a:endParaRPr lang="en-US" sz="1200" dirty="0"/>
              </a:p>
              <a:p>
                <a:pPr marL="342900" indent="-342900">
                  <a:buFont typeface="+mj-lt"/>
                  <a:buAutoNum type="arabicPeriod"/>
                </a:pPr>
                <a14:m>
                  <m:oMath xmlns:m="http://schemas.openxmlformats.org/officeDocument/2006/math">
                    <m:sSub>
                      <m:sSubPr>
                        <m:ctrlPr>
                          <a:rPr lang="en-US" sz="1200" b="0" i="1" smtClean="0">
                            <a:latin typeface="Cambria Math" panose="02040503050406030204" pitchFamily="18" charset="0"/>
                          </a:rPr>
                        </m:ctrlPr>
                      </m:sSubPr>
                      <m:e>
                        <m:acc>
                          <m:accPr>
                            <m:chr m:val="̂"/>
                            <m:ctrlPr>
                              <a:rPr lang="en-US" sz="1200" i="1" smtClean="0">
                                <a:latin typeface="Cambria Math" panose="02040503050406030204" pitchFamily="18" charset="0"/>
                              </a:rPr>
                            </m:ctrlPr>
                          </m:accPr>
                          <m:e>
                            <m:r>
                              <a:rPr lang="en-US" sz="1200" b="0" i="1" smtClean="0">
                                <a:latin typeface="Cambria Math" panose="02040503050406030204" pitchFamily="18" charset="0"/>
                              </a:rPr>
                              <m:t>𝑣</m:t>
                            </m:r>
                          </m:e>
                        </m:acc>
                      </m:e>
                      <m:sub>
                        <m:r>
                          <a:rPr lang="en-US" sz="1200" b="0" i="1" smtClean="0">
                            <a:latin typeface="Cambria Math" panose="02040503050406030204" pitchFamily="18" charset="0"/>
                          </a:rPr>
                          <m:t>𝑑</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𝑣</m:t>
                        </m:r>
                      </m:e>
                      <m:sub>
                        <m:r>
                          <a:rPr lang="en-US" sz="1200" b="0" i="1" smtClean="0">
                            <a:latin typeface="Cambria Math" panose="02040503050406030204" pitchFamily="18" charset="0"/>
                          </a:rPr>
                          <m:t>𝛼</m:t>
                        </m:r>
                      </m:sub>
                    </m:sSub>
                    <m:func>
                      <m:funcPr>
                        <m:ctrlPr>
                          <a:rPr lang="en-US" sz="1200" b="0" i="1" smtClean="0">
                            <a:latin typeface="Cambria Math" panose="02040503050406030204" pitchFamily="18" charset="0"/>
                          </a:rPr>
                        </m:ctrlPr>
                      </m:funcPr>
                      <m:fName>
                        <m:r>
                          <m:rPr>
                            <m:sty m:val="p"/>
                          </m:rPr>
                          <a:rPr lang="en-US" sz="1200" b="0" i="0" smtClean="0">
                            <a:latin typeface="Cambria Math" panose="02040503050406030204" pitchFamily="18" charset="0"/>
                          </a:rPr>
                          <m:t>sin</m:t>
                        </m:r>
                      </m:fName>
                      <m:e>
                        <m:r>
                          <a:rPr lang="en-US" sz="1200" b="0" i="1" smtClean="0">
                            <a:latin typeface="Cambria Math" panose="02040503050406030204" pitchFamily="18" charset="0"/>
                          </a:rPr>
                          <m:t>𝜃</m:t>
                        </m:r>
                      </m:e>
                    </m:func>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𝑣</m:t>
                        </m:r>
                      </m:e>
                      <m:sub>
                        <m:r>
                          <a:rPr lang="en-US" sz="1200" b="0" i="1" smtClean="0">
                            <a:latin typeface="Cambria Math" panose="02040503050406030204" pitchFamily="18" charset="0"/>
                          </a:rPr>
                          <m:t>𝛽</m:t>
                        </m:r>
                      </m:sub>
                    </m:sSub>
                    <m:func>
                      <m:funcPr>
                        <m:ctrlPr>
                          <a:rPr lang="en-US" sz="1200" b="0" i="1" smtClean="0">
                            <a:latin typeface="Cambria Math" panose="02040503050406030204" pitchFamily="18" charset="0"/>
                          </a:rPr>
                        </m:ctrlPr>
                      </m:funcPr>
                      <m:fName>
                        <m:r>
                          <m:rPr>
                            <m:sty m:val="p"/>
                          </m:rPr>
                          <a:rPr lang="en-US" sz="1200" b="0" i="0" smtClean="0">
                            <a:latin typeface="Cambria Math" panose="02040503050406030204" pitchFamily="18" charset="0"/>
                          </a:rPr>
                          <m:t>cos</m:t>
                        </m:r>
                      </m:fName>
                      <m:e>
                        <m:r>
                          <a:rPr lang="en-US" sz="1200" b="0" i="1" smtClean="0">
                            <a:latin typeface="Cambria Math" panose="02040503050406030204" pitchFamily="18" charset="0"/>
                          </a:rPr>
                          <m:t>𝜃</m:t>
                        </m:r>
                      </m:e>
                    </m:func>
                  </m:oMath>
                </a14:m>
                <a:endParaRPr lang="en-US" sz="1200" b="0" dirty="0"/>
              </a:p>
              <a:p>
                <a:pPr marL="342900" indent="-342900">
                  <a:buFont typeface="+mj-lt"/>
                  <a:buAutoNum type="arabicPeriod"/>
                </a:pPr>
                <a14:m>
                  <m:oMath xmlns:m="http://schemas.openxmlformats.org/officeDocument/2006/math">
                    <m:sSub>
                      <m:sSubPr>
                        <m:ctrlPr>
                          <a:rPr lang="en-US" sz="1200" i="1">
                            <a:latin typeface="Cambria Math" panose="02040503050406030204" pitchFamily="18" charset="0"/>
                          </a:rPr>
                        </m:ctrlPr>
                      </m:sSubPr>
                      <m:e>
                        <m:acc>
                          <m:accPr>
                            <m:chr m:val="̂"/>
                            <m:ctrlPr>
                              <a:rPr lang="en-US" sz="1200" i="1">
                                <a:latin typeface="Cambria Math" panose="02040503050406030204" pitchFamily="18" charset="0"/>
                              </a:rPr>
                            </m:ctrlPr>
                          </m:accPr>
                          <m:e>
                            <m:r>
                              <a:rPr lang="en-US" sz="1200" i="1">
                                <a:latin typeface="Cambria Math" panose="02040503050406030204" pitchFamily="18" charset="0"/>
                              </a:rPr>
                              <m:t>𝑣</m:t>
                            </m:r>
                          </m:e>
                        </m:acc>
                      </m:e>
                      <m:sub>
                        <m:r>
                          <a:rPr lang="en-US" sz="1200" b="0" i="1" smtClean="0">
                            <a:latin typeface="Cambria Math" panose="02040503050406030204" pitchFamily="18" charset="0"/>
                          </a:rPr>
                          <m:t>𝑞</m:t>
                        </m:r>
                      </m:sub>
                    </m:sSub>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𝑣</m:t>
                        </m:r>
                      </m:e>
                      <m:sub>
                        <m:r>
                          <a:rPr lang="en-US" sz="1200" i="1">
                            <a:latin typeface="Cambria Math" panose="02040503050406030204" pitchFamily="18" charset="0"/>
                          </a:rPr>
                          <m:t>𝛼</m:t>
                        </m:r>
                      </m:sub>
                    </m:sSub>
                    <m:func>
                      <m:funcPr>
                        <m:ctrlPr>
                          <a:rPr lang="en-US" sz="1200" i="1">
                            <a:latin typeface="Cambria Math" panose="02040503050406030204" pitchFamily="18" charset="0"/>
                          </a:rPr>
                        </m:ctrlPr>
                      </m:funcPr>
                      <m:fName>
                        <m:r>
                          <m:rPr>
                            <m:sty m:val="p"/>
                          </m:rPr>
                          <a:rPr lang="en-US" sz="1200" b="0" i="0" smtClean="0">
                            <a:latin typeface="Cambria Math" panose="02040503050406030204" pitchFamily="18" charset="0"/>
                          </a:rPr>
                          <m:t>cos</m:t>
                        </m:r>
                      </m:fName>
                      <m:e>
                        <m:r>
                          <a:rPr lang="en-US" sz="1200" i="1">
                            <a:latin typeface="Cambria Math" panose="02040503050406030204" pitchFamily="18" charset="0"/>
                          </a:rPr>
                          <m:t>𝜃</m:t>
                        </m:r>
                      </m:e>
                    </m:func>
                    <m:r>
                      <a:rPr lang="en-US" sz="1200" b="0" i="1" smtClean="0">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𝑣</m:t>
                        </m:r>
                      </m:e>
                      <m:sub>
                        <m:r>
                          <a:rPr lang="en-US" sz="1200" i="1">
                            <a:latin typeface="Cambria Math" panose="02040503050406030204" pitchFamily="18" charset="0"/>
                          </a:rPr>
                          <m:t>𝛽</m:t>
                        </m:r>
                      </m:sub>
                    </m:sSub>
                    <m:func>
                      <m:funcPr>
                        <m:ctrlPr>
                          <a:rPr lang="en-US" sz="1200" i="1">
                            <a:latin typeface="Cambria Math" panose="02040503050406030204" pitchFamily="18" charset="0"/>
                          </a:rPr>
                        </m:ctrlPr>
                      </m:funcPr>
                      <m:fName>
                        <m:r>
                          <m:rPr>
                            <m:sty m:val="p"/>
                          </m:rPr>
                          <a:rPr lang="en-US" sz="1200" b="0" i="0" smtClean="0">
                            <a:latin typeface="Cambria Math" panose="02040503050406030204" pitchFamily="18" charset="0"/>
                          </a:rPr>
                          <m:t>sin</m:t>
                        </m:r>
                      </m:fName>
                      <m:e>
                        <m:r>
                          <a:rPr lang="en-US" sz="1200" i="1">
                            <a:latin typeface="Cambria Math" panose="02040503050406030204" pitchFamily="18" charset="0"/>
                          </a:rPr>
                          <m:t>𝜃</m:t>
                        </m:r>
                      </m:e>
                    </m:func>
                  </m:oMath>
                </a14:m>
                <a:endParaRPr lang="en-US" sz="1200" dirty="0"/>
              </a:p>
              <a:p>
                <a:pPr marL="342900" indent="-342900">
                  <a:buFont typeface="+mj-lt"/>
                  <a:buAutoNum type="arabicPeriod"/>
                </a:pPr>
                <a14:m>
                  <m:oMath xmlns:m="http://schemas.openxmlformats.org/officeDocument/2006/math">
                    <m:sSub>
                      <m:sSubPr>
                        <m:ctrlPr>
                          <a:rPr lang="en-US" sz="1200" i="1">
                            <a:latin typeface="Cambria Math" panose="02040503050406030204" pitchFamily="18" charset="0"/>
                          </a:rPr>
                        </m:ctrlPr>
                      </m:sSubPr>
                      <m:e>
                        <m:acc>
                          <m:accPr>
                            <m:chr m:val="̂"/>
                            <m:ctrlPr>
                              <a:rPr lang="en-US" sz="1200" i="1">
                                <a:latin typeface="Cambria Math" panose="02040503050406030204" pitchFamily="18" charset="0"/>
                              </a:rPr>
                            </m:ctrlPr>
                          </m:accPr>
                          <m:e>
                            <m:r>
                              <a:rPr lang="en-US" sz="1200" b="0" i="1" smtClean="0">
                                <a:latin typeface="Cambria Math" panose="02040503050406030204" pitchFamily="18" charset="0"/>
                              </a:rPr>
                              <m:t>𝑖</m:t>
                            </m:r>
                          </m:e>
                        </m:acc>
                      </m:e>
                      <m:sub>
                        <m:r>
                          <a:rPr lang="en-US" sz="1200" i="1">
                            <a:latin typeface="Cambria Math" panose="02040503050406030204" pitchFamily="18" charset="0"/>
                          </a:rPr>
                          <m:t>𝑑</m:t>
                        </m:r>
                      </m:sub>
                    </m:sSub>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b="0" i="1" smtClean="0">
                            <a:latin typeface="Cambria Math" panose="02040503050406030204" pitchFamily="18" charset="0"/>
                          </a:rPr>
                          <m:t>𝑖</m:t>
                        </m:r>
                      </m:e>
                      <m:sub>
                        <m:r>
                          <a:rPr lang="en-US" sz="1200" i="1">
                            <a:latin typeface="Cambria Math" panose="02040503050406030204" pitchFamily="18" charset="0"/>
                          </a:rPr>
                          <m:t>𝛼</m:t>
                        </m:r>
                      </m:sub>
                    </m:sSub>
                    <m:func>
                      <m:funcPr>
                        <m:ctrlPr>
                          <a:rPr lang="en-US" sz="1200" i="1">
                            <a:latin typeface="Cambria Math" panose="02040503050406030204" pitchFamily="18" charset="0"/>
                          </a:rPr>
                        </m:ctrlPr>
                      </m:funcPr>
                      <m:fName>
                        <m:r>
                          <m:rPr>
                            <m:sty m:val="p"/>
                          </m:rPr>
                          <a:rPr lang="en-US" sz="1200">
                            <a:latin typeface="Cambria Math" panose="02040503050406030204" pitchFamily="18" charset="0"/>
                          </a:rPr>
                          <m:t>sin</m:t>
                        </m:r>
                      </m:fName>
                      <m:e>
                        <m:r>
                          <a:rPr lang="en-US" sz="1200" i="1">
                            <a:latin typeface="Cambria Math" panose="02040503050406030204" pitchFamily="18" charset="0"/>
                          </a:rPr>
                          <m:t>𝜃</m:t>
                        </m:r>
                      </m:e>
                    </m:func>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b="0" i="1" smtClean="0">
                            <a:latin typeface="Cambria Math" panose="02040503050406030204" pitchFamily="18" charset="0"/>
                          </a:rPr>
                          <m:t>𝑖</m:t>
                        </m:r>
                      </m:e>
                      <m:sub>
                        <m:r>
                          <a:rPr lang="en-US" sz="1200" i="1">
                            <a:latin typeface="Cambria Math" panose="02040503050406030204" pitchFamily="18" charset="0"/>
                          </a:rPr>
                          <m:t>𝛽</m:t>
                        </m:r>
                      </m:sub>
                    </m:sSub>
                    <m:func>
                      <m:funcPr>
                        <m:ctrlPr>
                          <a:rPr lang="en-US" sz="1200" i="1">
                            <a:latin typeface="Cambria Math" panose="02040503050406030204" pitchFamily="18" charset="0"/>
                          </a:rPr>
                        </m:ctrlPr>
                      </m:funcPr>
                      <m:fName>
                        <m:r>
                          <m:rPr>
                            <m:sty m:val="p"/>
                          </m:rPr>
                          <a:rPr lang="en-US" sz="1200">
                            <a:latin typeface="Cambria Math" panose="02040503050406030204" pitchFamily="18" charset="0"/>
                          </a:rPr>
                          <m:t>cos</m:t>
                        </m:r>
                      </m:fName>
                      <m:e>
                        <m:r>
                          <a:rPr lang="en-US" sz="1200" i="1">
                            <a:latin typeface="Cambria Math" panose="02040503050406030204" pitchFamily="18" charset="0"/>
                          </a:rPr>
                          <m:t>𝜃</m:t>
                        </m:r>
                      </m:e>
                    </m:func>
                  </m:oMath>
                </a14:m>
                <a:endParaRPr lang="en-US" sz="1200" dirty="0"/>
              </a:p>
              <a:p>
                <a:pPr marL="342900" indent="-342900">
                  <a:buFont typeface="+mj-lt"/>
                  <a:buAutoNum type="arabicPeriod"/>
                </a:pPr>
                <a14:m>
                  <m:oMath xmlns:m="http://schemas.openxmlformats.org/officeDocument/2006/math">
                    <m:sSub>
                      <m:sSubPr>
                        <m:ctrlPr>
                          <a:rPr lang="en-US" sz="1200" i="1">
                            <a:latin typeface="Cambria Math" panose="02040503050406030204" pitchFamily="18" charset="0"/>
                          </a:rPr>
                        </m:ctrlPr>
                      </m:sSubPr>
                      <m:e>
                        <m:acc>
                          <m:accPr>
                            <m:chr m:val="̂"/>
                            <m:ctrlPr>
                              <a:rPr lang="en-US" sz="1200" i="1">
                                <a:latin typeface="Cambria Math" panose="02040503050406030204" pitchFamily="18" charset="0"/>
                              </a:rPr>
                            </m:ctrlPr>
                          </m:accPr>
                          <m:e>
                            <m:r>
                              <a:rPr lang="en-US" sz="1200" b="0" i="1" smtClean="0">
                                <a:latin typeface="Cambria Math" panose="02040503050406030204" pitchFamily="18" charset="0"/>
                              </a:rPr>
                              <m:t>𝑖</m:t>
                            </m:r>
                          </m:e>
                        </m:acc>
                      </m:e>
                      <m:sub>
                        <m:r>
                          <a:rPr lang="en-US" sz="1200" i="1">
                            <a:latin typeface="Cambria Math" panose="02040503050406030204" pitchFamily="18" charset="0"/>
                          </a:rPr>
                          <m:t>𝑞</m:t>
                        </m:r>
                      </m:sub>
                    </m:sSub>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b="0" i="1" smtClean="0">
                            <a:latin typeface="Cambria Math" panose="02040503050406030204" pitchFamily="18" charset="0"/>
                          </a:rPr>
                          <m:t>𝑖</m:t>
                        </m:r>
                      </m:e>
                      <m:sub>
                        <m:r>
                          <a:rPr lang="en-US" sz="1200" i="1">
                            <a:latin typeface="Cambria Math" panose="02040503050406030204" pitchFamily="18" charset="0"/>
                          </a:rPr>
                          <m:t>𝛼</m:t>
                        </m:r>
                      </m:sub>
                    </m:sSub>
                    <m:func>
                      <m:funcPr>
                        <m:ctrlPr>
                          <a:rPr lang="en-US" sz="1200" i="1">
                            <a:latin typeface="Cambria Math" panose="02040503050406030204" pitchFamily="18" charset="0"/>
                          </a:rPr>
                        </m:ctrlPr>
                      </m:funcPr>
                      <m:fName>
                        <m:r>
                          <m:rPr>
                            <m:sty m:val="p"/>
                          </m:rPr>
                          <a:rPr lang="en-US" sz="1200">
                            <a:latin typeface="Cambria Math" panose="02040503050406030204" pitchFamily="18" charset="0"/>
                          </a:rPr>
                          <m:t>cos</m:t>
                        </m:r>
                      </m:fName>
                      <m:e>
                        <m:r>
                          <a:rPr lang="en-US" sz="1200" i="1">
                            <a:latin typeface="Cambria Math" panose="02040503050406030204" pitchFamily="18" charset="0"/>
                          </a:rPr>
                          <m:t>𝜃</m:t>
                        </m:r>
                      </m:e>
                    </m:func>
                    <m:r>
                      <a:rPr lang="en-US" sz="1200" i="1">
                        <a:latin typeface="Cambria Math" panose="02040503050406030204" pitchFamily="18" charset="0"/>
                      </a:rPr>
                      <m:t>+</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𝑖</m:t>
                        </m:r>
                      </m:e>
                      <m:sub>
                        <m:r>
                          <a:rPr lang="en-US" sz="1200" i="1">
                            <a:latin typeface="Cambria Math" panose="02040503050406030204" pitchFamily="18" charset="0"/>
                          </a:rPr>
                          <m:t>𝛽</m:t>
                        </m:r>
                      </m:sub>
                    </m:sSub>
                    <m:func>
                      <m:funcPr>
                        <m:ctrlPr>
                          <a:rPr lang="en-US" sz="1200" i="1">
                            <a:latin typeface="Cambria Math" panose="02040503050406030204" pitchFamily="18" charset="0"/>
                          </a:rPr>
                        </m:ctrlPr>
                      </m:funcPr>
                      <m:fName>
                        <m:r>
                          <m:rPr>
                            <m:sty m:val="p"/>
                          </m:rPr>
                          <a:rPr lang="en-US" sz="1200">
                            <a:latin typeface="Cambria Math" panose="02040503050406030204" pitchFamily="18" charset="0"/>
                          </a:rPr>
                          <m:t>sin</m:t>
                        </m:r>
                      </m:fName>
                      <m:e>
                        <m:r>
                          <a:rPr lang="en-US" sz="1200" i="1">
                            <a:latin typeface="Cambria Math" panose="02040503050406030204" pitchFamily="18" charset="0"/>
                          </a:rPr>
                          <m:t>𝜃</m:t>
                        </m:r>
                      </m:e>
                    </m:func>
                  </m:oMath>
                </a14:m>
                <a:endParaRPr lang="en-US" sz="1200" dirty="0"/>
              </a:p>
              <a:p>
                <a:pPr marL="342900" indent="-342900">
                  <a:buFont typeface="+mj-lt"/>
                  <a:buAutoNum type="arabicPeriod"/>
                </a:pPr>
                <a14:m>
                  <m:oMath xmlns:m="http://schemas.openxmlformats.org/officeDocument/2006/math">
                    <m:sSubSup>
                      <m:sSubSupPr>
                        <m:ctrlPr>
                          <a:rPr lang="en-US" sz="1200" b="0" i="1" smtClean="0">
                            <a:latin typeface="Cambria Math" panose="02040503050406030204" pitchFamily="18" charset="0"/>
                          </a:rPr>
                        </m:ctrlPr>
                      </m:sSubSupPr>
                      <m:e>
                        <m:r>
                          <a:rPr lang="en-US" sz="1200" b="0" i="1" smtClean="0">
                            <a:latin typeface="Cambria Math" panose="02040503050406030204" pitchFamily="18" charset="0"/>
                          </a:rPr>
                          <m:t>𝑖</m:t>
                        </m:r>
                      </m:e>
                      <m:sub>
                        <m:r>
                          <a:rPr lang="en-US" sz="1200" b="0" i="1" smtClean="0">
                            <a:latin typeface="Cambria Math" panose="02040503050406030204" pitchFamily="18" charset="0"/>
                          </a:rPr>
                          <m:t>𝑑</m:t>
                        </m:r>
                      </m:sub>
                      <m:sup>
                        <m:r>
                          <a:rPr lang="en-US" sz="1200" b="0" i="1" smtClean="0">
                            <a:latin typeface="Cambria Math" panose="02040503050406030204" pitchFamily="18" charset="0"/>
                          </a:rPr>
                          <m:t>∗</m:t>
                        </m:r>
                      </m:sup>
                    </m:sSubSup>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𝑘</m:t>
                        </m:r>
                      </m:e>
                      <m:sub>
                        <m:r>
                          <a:rPr lang="en-US" sz="1200" b="0" i="1" smtClean="0">
                            <a:latin typeface="Cambria Math" panose="02040503050406030204" pitchFamily="18" charset="0"/>
                          </a:rPr>
                          <m:t>3</m:t>
                        </m:r>
                      </m:sub>
                    </m:sSub>
                    <m:d>
                      <m:dPr>
                        <m:ctrlPr>
                          <a:rPr lang="en-US" sz="1200" b="0" i="1" smtClean="0">
                            <a:latin typeface="Cambria Math" panose="02040503050406030204" pitchFamily="18" charset="0"/>
                          </a:rPr>
                        </m:ctrlPr>
                      </m:dPr>
                      <m:e>
                        <m:sSubSup>
                          <m:sSubSupPr>
                            <m:ctrlPr>
                              <a:rPr lang="en-US" sz="1200" b="0" i="1" smtClean="0">
                                <a:latin typeface="Cambria Math" panose="02040503050406030204" pitchFamily="18" charset="0"/>
                              </a:rPr>
                            </m:ctrlPr>
                          </m:sSubSupPr>
                          <m:e>
                            <m:r>
                              <a:rPr lang="en-US" sz="1200" b="0" i="1" smtClean="0">
                                <a:latin typeface="Cambria Math" panose="02040503050406030204" pitchFamily="18" charset="0"/>
                              </a:rPr>
                              <m:t>𝑣</m:t>
                            </m:r>
                          </m:e>
                          <m:sub>
                            <m:r>
                              <a:rPr lang="en-US" sz="1200" b="0" i="1" smtClean="0">
                                <a:latin typeface="Cambria Math" panose="02040503050406030204" pitchFamily="18" charset="0"/>
                              </a:rPr>
                              <m:t>𝑑𝑐</m:t>
                            </m:r>
                          </m:sub>
                          <m:sup>
                            <m:r>
                              <a:rPr lang="en-US" sz="1200" b="0" i="1" smtClean="0">
                                <a:latin typeface="Cambria Math" panose="02040503050406030204" pitchFamily="18" charset="0"/>
                              </a:rPr>
                              <m:t>∗</m:t>
                            </m:r>
                          </m:sup>
                        </m:sSubSup>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𝑣</m:t>
                            </m:r>
                          </m:e>
                          <m:sub>
                            <m:r>
                              <a:rPr lang="en-US" sz="1200" b="0" i="1" smtClean="0">
                                <a:latin typeface="Cambria Math" panose="02040503050406030204" pitchFamily="18" charset="0"/>
                              </a:rPr>
                              <m:t>𝑑𝑐</m:t>
                            </m:r>
                          </m:sub>
                        </m:sSub>
                      </m:e>
                    </m:d>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𝑘</m:t>
                        </m:r>
                      </m:e>
                      <m:sub>
                        <m:r>
                          <a:rPr lang="en-US" sz="1200" b="0" i="1" smtClean="0">
                            <a:latin typeface="Cambria Math" panose="02040503050406030204" pitchFamily="18" charset="0"/>
                          </a:rPr>
                          <m:t>4</m:t>
                        </m:r>
                      </m:sub>
                    </m:sSub>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𝑒</m:t>
                        </m:r>
                      </m:e>
                      <m:sub>
                        <m:r>
                          <a:rPr lang="en-US" sz="1200" b="0" i="1" smtClean="0">
                            <a:latin typeface="Cambria Math" panose="02040503050406030204" pitchFamily="18" charset="0"/>
                          </a:rPr>
                          <m:t>3</m:t>
                        </m:r>
                      </m:sub>
                    </m:sSub>
                  </m:oMath>
                </a14:m>
                <a:endParaRPr lang="en-US" sz="1200" b="0" dirty="0"/>
              </a:p>
              <a:p>
                <a:pPr marL="342900" indent="-342900">
                  <a:buFont typeface="+mj-lt"/>
                  <a:buAutoNum type="arabicPeriod"/>
                </a:pPr>
                <a:endParaRPr lang="en-US" sz="1200" b="0" dirty="0"/>
              </a:p>
              <a:p>
                <a:pPr marL="342900" indent="-342900">
                  <a:buFont typeface="+mj-lt"/>
                  <a:buAutoNum type="arabicPeriod"/>
                </a:pPr>
                <a14:m>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𝑣</m:t>
                        </m:r>
                      </m:e>
                      <m:sub>
                        <m:r>
                          <a:rPr lang="en-US" sz="1200" b="0" i="1" smtClean="0">
                            <a:latin typeface="Cambria Math" panose="02040503050406030204" pitchFamily="18" charset="0"/>
                          </a:rPr>
                          <m:t>𝑃𝐼</m:t>
                        </m:r>
                        <m:r>
                          <a:rPr lang="en-US" sz="1200" b="0" i="1" smtClean="0">
                            <a:latin typeface="Cambria Math" panose="02040503050406030204" pitchFamily="18" charset="0"/>
                          </a:rPr>
                          <m:t>,</m:t>
                        </m:r>
                        <m:r>
                          <a:rPr lang="en-US" sz="1200" b="0" i="1" smtClean="0">
                            <a:latin typeface="Cambria Math" panose="02040503050406030204" pitchFamily="18" charset="0"/>
                          </a:rPr>
                          <m:t>𝑑</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𝑘</m:t>
                        </m:r>
                      </m:e>
                      <m:sub>
                        <m:r>
                          <a:rPr lang="en-US" sz="1200" b="0" i="1" smtClean="0">
                            <a:latin typeface="Cambria Math" panose="02040503050406030204" pitchFamily="18" charset="0"/>
                          </a:rPr>
                          <m:t>5</m:t>
                        </m:r>
                      </m:sub>
                    </m:sSub>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𝑒</m:t>
                        </m:r>
                      </m:e>
                      <m:sub>
                        <m:r>
                          <a:rPr lang="en-US" sz="1200" b="0" i="1" smtClean="0">
                            <a:latin typeface="Cambria Math" panose="02040503050406030204" pitchFamily="18" charset="0"/>
                          </a:rPr>
                          <m:t>4</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𝑘</m:t>
                        </m:r>
                      </m:e>
                      <m:sub>
                        <m:r>
                          <a:rPr lang="en-US" sz="1200" b="0" i="1" smtClean="0">
                            <a:latin typeface="Cambria Math" panose="02040503050406030204" pitchFamily="18" charset="0"/>
                          </a:rPr>
                          <m:t>6</m:t>
                        </m:r>
                      </m:sub>
                    </m:sSub>
                    <m:r>
                      <a:rPr lang="en-US" sz="1200" b="0" i="1" smtClean="0">
                        <a:latin typeface="Cambria Math" panose="02040503050406030204" pitchFamily="18" charset="0"/>
                      </a:rPr>
                      <m:t>(</m:t>
                    </m:r>
                    <m:sSubSup>
                      <m:sSubSupPr>
                        <m:ctrlPr>
                          <a:rPr lang="en-US" sz="1200" b="0" i="1" smtClean="0">
                            <a:latin typeface="Cambria Math" panose="02040503050406030204" pitchFamily="18" charset="0"/>
                          </a:rPr>
                        </m:ctrlPr>
                      </m:sSubSupPr>
                      <m:e>
                        <m:r>
                          <a:rPr lang="en-US" sz="1200" b="0" i="1" smtClean="0">
                            <a:latin typeface="Cambria Math" panose="02040503050406030204" pitchFamily="18" charset="0"/>
                          </a:rPr>
                          <m:t>𝑖</m:t>
                        </m:r>
                      </m:e>
                      <m:sub>
                        <m:r>
                          <a:rPr lang="en-US" sz="1200" b="0" i="1" smtClean="0">
                            <a:latin typeface="Cambria Math" panose="02040503050406030204" pitchFamily="18" charset="0"/>
                          </a:rPr>
                          <m:t>𝑑</m:t>
                        </m:r>
                      </m:sub>
                      <m:sup>
                        <m:r>
                          <a:rPr lang="en-US" sz="1200" b="0" i="1" smtClean="0">
                            <a:latin typeface="Cambria Math" panose="02040503050406030204" pitchFamily="18" charset="0"/>
                          </a:rPr>
                          <m:t>∗</m:t>
                        </m:r>
                      </m:sup>
                    </m:sSubSup>
                    <m:r>
                      <a:rPr lang="en-US" sz="1200" b="0" i="1" smtClean="0">
                        <a:latin typeface="Cambria Math" panose="02040503050406030204" pitchFamily="18" charset="0"/>
                      </a:rPr>
                      <m:t>−</m:t>
                    </m:r>
                    <m:sSub>
                      <m:sSubPr>
                        <m:ctrlPr>
                          <a:rPr lang="en-US" sz="1200" i="1">
                            <a:latin typeface="Cambria Math" panose="02040503050406030204" pitchFamily="18" charset="0"/>
                          </a:rPr>
                        </m:ctrlPr>
                      </m:sSubPr>
                      <m:e>
                        <m:acc>
                          <m:accPr>
                            <m:chr m:val="̂"/>
                            <m:ctrlPr>
                              <a:rPr lang="en-US" sz="1200" i="1">
                                <a:latin typeface="Cambria Math" panose="02040503050406030204" pitchFamily="18" charset="0"/>
                              </a:rPr>
                            </m:ctrlPr>
                          </m:accPr>
                          <m:e>
                            <m:r>
                              <a:rPr lang="en-US" sz="1200" i="1">
                                <a:latin typeface="Cambria Math" panose="02040503050406030204" pitchFamily="18" charset="0"/>
                              </a:rPr>
                              <m:t>𝑖</m:t>
                            </m:r>
                          </m:e>
                        </m:acc>
                      </m:e>
                      <m:sub>
                        <m:r>
                          <a:rPr lang="en-US" sz="1200" i="1">
                            <a:latin typeface="Cambria Math" panose="02040503050406030204" pitchFamily="18" charset="0"/>
                          </a:rPr>
                          <m:t>𝑑</m:t>
                        </m:r>
                      </m:sub>
                    </m:sSub>
                    <m:r>
                      <a:rPr lang="en-US" sz="1200" b="0" i="1" smtClean="0">
                        <a:latin typeface="Cambria Math" panose="02040503050406030204" pitchFamily="18" charset="0"/>
                      </a:rPr>
                      <m:t>)</m:t>
                    </m:r>
                  </m:oMath>
                </a14:m>
                <a:endParaRPr lang="en-US" sz="1200" dirty="0"/>
              </a:p>
              <a:p>
                <a:pPr marL="342900" indent="-342900">
                  <a:buFont typeface="+mj-lt"/>
                  <a:buAutoNum type="arabicPeriod"/>
                </a:pPr>
                <a14:m>
                  <m:oMath xmlns:m="http://schemas.openxmlformats.org/officeDocument/2006/math">
                    <m:sSub>
                      <m:sSubPr>
                        <m:ctrlPr>
                          <a:rPr lang="en-US" sz="1200" i="1">
                            <a:latin typeface="Cambria Math" panose="02040503050406030204" pitchFamily="18" charset="0"/>
                          </a:rPr>
                        </m:ctrlPr>
                      </m:sSubPr>
                      <m:e>
                        <m:r>
                          <a:rPr lang="en-US" sz="1200" i="1">
                            <a:latin typeface="Cambria Math" panose="02040503050406030204" pitchFamily="18" charset="0"/>
                          </a:rPr>
                          <m:t>𝑣</m:t>
                        </m:r>
                      </m:e>
                      <m:sub>
                        <m:r>
                          <a:rPr lang="en-US" sz="1200" i="1">
                            <a:latin typeface="Cambria Math" panose="02040503050406030204" pitchFamily="18" charset="0"/>
                          </a:rPr>
                          <m:t>𝑃𝐼</m:t>
                        </m:r>
                        <m:r>
                          <a:rPr lang="en-US" sz="1200" i="1">
                            <a:latin typeface="Cambria Math" panose="02040503050406030204" pitchFamily="18" charset="0"/>
                          </a:rPr>
                          <m:t>,</m:t>
                        </m:r>
                        <m:r>
                          <a:rPr lang="en-US" sz="1200" b="0" i="1" smtClean="0">
                            <a:latin typeface="Cambria Math" panose="02040503050406030204" pitchFamily="18" charset="0"/>
                          </a:rPr>
                          <m:t>𝑞</m:t>
                        </m:r>
                      </m:sub>
                    </m:sSub>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𝑘</m:t>
                        </m:r>
                      </m:e>
                      <m:sub>
                        <m:r>
                          <a:rPr lang="en-US" sz="1200" b="0" i="1" smtClean="0">
                            <a:latin typeface="Cambria Math" panose="02040503050406030204" pitchFamily="18" charset="0"/>
                          </a:rPr>
                          <m:t>7</m:t>
                        </m:r>
                      </m:sub>
                    </m:sSub>
                    <m:sSub>
                      <m:sSubPr>
                        <m:ctrlPr>
                          <a:rPr lang="en-US" sz="1200" i="1">
                            <a:latin typeface="Cambria Math" panose="02040503050406030204" pitchFamily="18" charset="0"/>
                          </a:rPr>
                        </m:ctrlPr>
                      </m:sSubPr>
                      <m:e>
                        <m:r>
                          <a:rPr lang="en-US" sz="1200" i="1">
                            <a:latin typeface="Cambria Math" panose="02040503050406030204" pitchFamily="18" charset="0"/>
                          </a:rPr>
                          <m:t>𝑒</m:t>
                        </m:r>
                      </m:e>
                      <m:sub>
                        <m:r>
                          <a:rPr lang="en-US" sz="1200" b="0" i="1" smtClean="0">
                            <a:latin typeface="Cambria Math" panose="02040503050406030204" pitchFamily="18" charset="0"/>
                          </a:rPr>
                          <m:t>5</m:t>
                        </m:r>
                      </m:sub>
                    </m:sSub>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𝑘</m:t>
                        </m:r>
                      </m:e>
                      <m:sub>
                        <m:r>
                          <a:rPr lang="en-US" sz="1200" b="0" i="1" smtClean="0">
                            <a:latin typeface="Cambria Math" panose="02040503050406030204" pitchFamily="18" charset="0"/>
                          </a:rPr>
                          <m:t>8</m:t>
                        </m:r>
                      </m:sub>
                    </m:sSub>
                    <m:d>
                      <m:dPr>
                        <m:ctrlPr>
                          <a:rPr lang="en-US" sz="1200" i="1">
                            <a:latin typeface="Cambria Math" panose="02040503050406030204" pitchFamily="18" charset="0"/>
                          </a:rPr>
                        </m:ctrlPr>
                      </m:dPr>
                      <m:e>
                        <m:sSubSup>
                          <m:sSubSupPr>
                            <m:ctrlPr>
                              <a:rPr lang="en-US" sz="1200" i="1">
                                <a:latin typeface="Cambria Math" panose="02040503050406030204" pitchFamily="18" charset="0"/>
                              </a:rPr>
                            </m:ctrlPr>
                          </m:sSubSupPr>
                          <m:e>
                            <m:r>
                              <a:rPr lang="en-US" sz="1200" i="1">
                                <a:latin typeface="Cambria Math" panose="02040503050406030204" pitchFamily="18" charset="0"/>
                              </a:rPr>
                              <m:t>𝑖</m:t>
                            </m:r>
                          </m:e>
                          <m:sub>
                            <m:r>
                              <a:rPr lang="en-US" sz="1200" b="0" i="1" smtClean="0">
                                <a:latin typeface="Cambria Math" panose="02040503050406030204" pitchFamily="18" charset="0"/>
                              </a:rPr>
                              <m:t>𝑞</m:t>
                            </m:r>
                          </m:sub>
                          <m:sup>
                            <m:r>
                              <a:rPr lang="en-US" sz="1200" i="1">
                                <a:latin typeface="Cambria Math" panose="02040503050406030204" pitchFamily="18" charset="0"/>
                              </a:rPr>
                              <m:t>∗</m:t>
                            </m:r>
                          </m:sup>
                        </m:sSubSup>
                        <m:r>
                          <a:rPr lang="en-US" sz="1200" i="1">
                            <a:latin typeface="Cambria Math" panose="02040503050406030204" pitchFamily="18" charset="0"/>
                          </a:rPr>
                          <m:t>−</m:t>
                        </m:r>
                        <m:sSub>
                          <m:sSubPr>
                            <m:ctrlPr>
                              <a:rPr lang="en-US" sz="1200" i="1">
                                <a:latin typeface="Cambria Math" panose="02040503050406030204" pitchFamily="18" charset="0"/>
                              </a:rPr>
                            </m:ctrlPr>
                          </m:sSubPr>
                          <m:e>
                            <m:acc>
                              <m:accPr>
                                <m:chr m:val="̂"/>
                                <m:ctrlPr>
                                  <a:rPr lang="en-US" sz="1200" i="1">
                                    <a:latin typeface="Cambria Math" panose="02040503050406030204" pitchFamily="18" charset="0"/>
                                  </a:rPr>
                                </m:ctrlPr>
                              </m:accPr>
                              <m:e>
                                <m:r>
                                  <a:rPr lang="en-US" sz="1200" i="1">
                                    <a:latin typeface="Cambria Math" panose="02040503050406030204" pitchFamily="18" charset="0"/>
                                  </a:rPr>
                                  <m:t>𝑖</m:t>
                                </m:r>
                              </m:e>
                            </m:acc>
                          </m:e>
                          <m:sub>
                            <m:r>
                              <a:rPr lang="en-US" sz="1200" b="0" i="1" smtClean="0">
                                <a:latin typeface="Cambria Math" panose="02040503050406030204" pitchFamily="18" charset="0"/>
                              </a:rPr>
                              <m:t>𝑞</m:t>
                            </m:r>
                          </m:sub>
                        </m:sSub>
                      </m:e>
                    </m:d>
                  </m:oMath>
                </a14:m>
                <a:endParaRPr lang="en-US" sz="1200" dirty="0"/>
              </a:p>
              <a:p>
                <a:pPr marL="342900" indent="-342900">
                  <a:buFont typeface="+mj-lt"/>
                  <a:buAutoNum type="arabicPeriod"/>
                </a:pPr>
                <a14:m>
                  <m:oMath xmlns:m="http://schemas.openxmlformats.org/officeDocument/2006/math">
                    <m:sSubSup>
                      <m:sSubSupPr>
                        <m:ctrlPr>
                          <a:rPr lang="en-US" sz="1200" b="0" i="1" smtClean="0">
                            <a:latin typeface="Cambria Math" panose="02040503050406030204" pitchFamily="18" charset="0"/>
                          </a:rPr>
                        </m:ctrlPr>
                      </m:sSubSupPr>
                      <m:e>
                        <m:r>
                          <a:rPr lang="en-US" sz="1200" b="0" i="1" smtClean="0">
                            <a:latin typeface="Cambria Math" panose="02040503050406030204" pitchFamily="18" charset="0"/>
                          </a:rPr>
                          <m:t>𝑣</m:t>
                        </m:r>
                      </m:e>
                      <m:sub>
                        <m:r>
                          <a:rPr lang="en-US" sz="1200" b="0" i="1" smtClean="0">
                            <a:latin typeface="Cambria Math" panose="02040503050406030204" pitchFamily="18" charset="0"/>
                          </a:rPr>
                          <m:t>𝑐𝑜𝑛𝑣</m:t>
                        </m:r>
                        <m:r>
                          <a:rPr lang="en-US" sz="1200" b="0" i="1" smtClean="0">
                            <a:latin typeface="Cambria Math" panose="02040503050406030204" pitchFamily="18" charset="0"/>
                          </a:rPr>
                          <m:t>,</m:t>
                        </m:r>
                        <m:r>
                          <a:rPr lang="en-US" sz="1200" b="0" i="1" smtClean="0">
                            <a:latin typeface="Cambria Math" panose="02040503050406030204" pitchFamily="18" charset="0"/>
                          </a:rPr>
                          <m:t>𝑑</m:t>
                        </m:r>
                      </m:sub>
                      <m:sup>
                        <m:r>
                          <a:rPr lang="en-US" sz="1200" b="0" i="1" smtClean="0">
                            <a:latin typeface="Cambria Math" panose="02040503050406030204" pitchFamily="18" charset="0"/>
                          </a:rPr>
                          <m:t>∗</m:t>
                        </m:r>
                      </m:sup>
                    </m:sSubSup>
                    <m:r>
                      <a:rPr lang="en-US" sz="1200" b="0" i="1" smtClean="0">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𝑣</m:t>
                        </m:r>
                      </m:e>
                      <m:sub>
                        <m:r>
                          <a:rPr lang="en-US" sz="1200" i="1">
                            <a:latin typeface="Cambria Math" panose="02040503050406030204" pitchFamily="18" charset="0"/>
                          </a:rPr>
                          <m:t>𝑃𝐼</m:t>
                        </m:r>
                        <m:r>
                          <a:rPr lang="en-US" sz="1200" i="1">
                            <a:latin typeface="Cambria Math" panose="02040503050406030204" pitchFamily="18" charset="0"/>
                          </a:rPr>
                          <m:t>,</m:t>
                        </m:r>
                        <m:r>
                          <a:rPr lang="en-US" sz="1200" i="1">
                            <a:latin typeface="Cambria Math" panose="02040503050406030204" pitchFamily="18" charset="0"/>
                          </a:rPr>
                          <m:t>𝑑</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𝜔</m:t>
                        </m:r>
                      </m:e>
                      <m:sub>
                        <m:r>
                          <a:rPr lang="en-US" sz="1200" b="0" i="1" smtClean="0">
                            <a:latin typeface="Cambria Math" panose="02040503050406030204" pitchFamily="18" charset="0"/>
                          </a:rPr>
                          <m:t>0</m:t>
                        </m:r>
                      </m:sub>
                    </m:sSub>
                    <m:r>
                      <a:rPr lang="en-US" sz="1200" b="0" i="1" smtClean="0">
                        <a:latin typeface="Cambria Math" panose="02040503050406030204" pitchFamily="18" charset="0"/>
                      </a:rPr>
                      <m:t>𝐿</m:t>
                    </m:r>
                    <m:sSub>
                      <m:sSubPr>
                        <m:ctrlPr>
                          <a:rPr lang="en-US" sz="1200" i="1">
                            <a:latin typeface="Cambria Math" panose="02040503050406030204" pitchFamily="18" charset="0"/>
                          </a:rPr>
                        </m:ctrlPr>
                      </m:sSubPr>
                      <m:e>
                        <m:acc>
                          <m:accPr>
                            <m:chr m:val="̂"/>
                            <m:ctrlPr>
                              <a:rPr lang="en-US" sz="1200" i="1">
                                <a:latin typeface="Cambria Math" panose="02040503050406030204" pitchFamily="18" charset="0"/>
                              </a:rPr>
                            </m:ctrlPr>
                          </m:accPr>
                          <m:e>
                            <m:r>
                              <a:rPr lang="en-US" sz="1200" i="1">
                                <a:latin typeface="Cambria Math" panose="02040503050406030204" pitchFamily="18" charset="0"/>
                              </a:rPr>
                              <m:t>𝑖</m:t>
                            </m:r>
                          </m:e>
                        </m:acc>
                      </m:e>
                      <m:sub>
                        <m:r>
                          <a:rPr lang="en-US" sz="1200" i="1">
                            <a:latin typeface="Cambria Math" panose="02040503050406030204" pitchFamily="18" charset="0"/>
                          </a:rPr>
                          <m:t>𝑞</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𝑣</m:t>
                        </m:r>
                      </m:e>
                      <m:sub>
                        <m:r>
                          <a:rPr lang="en-US" sz="1200" b="0" i="1" smtClean="0">
                            <a:latin typeface="Cambria Math" panose="02040503050406030204" pitchFamily="18" charset="0"/>
                          </a:rPr>
                          <m:t>𝑑</m:t>
                        </m:r>
                        <m:r>
                          <a:rPr lang="en-US" sz="1200" b="0" i="1" smtClean="0">
                            <a:latin typeface="Cambria Math" panose="02040503050406030204" pitchFamily="18" charset="0"/>
                          </a:rPr>
                          <m:t>,</m:t>
                        </m:r>
                        <m:r>
                          <a:rPr lang="en-US" sz="1200" b="0" i="1" smtClean="0">
                            <a:latin typeface="Cambria Math" panose="02040503050406030204" pitchFamily="18" charset="0"/>
                          </a:rPr>
                          <m:t>𝑓𝑓</m:t>
                        </m:r>
                      </m:sub>
                    </m:sSub>
                  </m:oMath>
                </a14:m>
                <a:endParaRPr lang="en-US" sz="1200" dirty="0"/>
              </a:p>
              <a:p>
                <a:pPr marL="342900" indent="-342900">
                  <a:buFont typeface="+mj-lt"/>
                  <a:buAutoNum type="arabicPeriod"/>
                </a:pPr>
                <a14:m>
                  <m:oMath xmlns:m="http://schemas.openxmlformats.org/officeDocument/2006/math">
                    <m:sSubSup>
                      <m:sSubSupPr>
                        <m:ctrlPr>
                          <a:rPr lang="en-US" sz="1200" i="1">
                            <a:latin typeface="Cambria Math" panose="02040503050406030204" pitchFamily="18" charset="0"/>
                          </a:rPr>
                        </m:ctrlPr>
                      </m:sSubSupPr>
                      <m:e>
                        <m:r>
                          <a:rPr lang="en-US" sz="1200" i="1">
                            <a:latin typeface="Cambria Math" panose="02040503050406030204" pitchFamily="18" charset="0"/>
                          </a:rPr>
                          <m:t>𝑣</m:t>
                        </m:r>
                      </m:e>
                      <m:sub>
                        <m:r>
                          <a:rPr lang="en-US" sz="1200" i="1">
                            <a:latin typeface="Cambria Math" panose="02040503050406030204" pitchFamily="18" charset="0"/>
                          </a:rPr>
                          <m:t>𝑐𝑜𝑛𝑣</m:t>
                        </m:r>
                        <m:r>
                          <a:rPr lang="en-US" sz="1200" i="1">
                            <a:latin typeface="Cambria Math" panose="02040503050406030204" pitchFamily="18" charset="0"/>
                          </a:rPr>
                          <m:t>,</m:t>
                        </m:r>
                        <m:r>
                          <a:rPr lang="en-US" sz="1200" b="0" i="1" smtClean="0">
                            <a:latin typeface="Cambria Math" panose="02040503050406030204" pitchFamily="18" charset="0"/>
                          </a:rPr>
                          <m:t>𝑞</m:t>
                        </m:r>
                      </m:sub>
                      <m:sup>
                        <m:r>
                          <a:rPr lang="en-US" sz="1200" i="1">
                            <a:latin typeface="Cambria Math" panose="02040503050406030204" pitchFamily="18" charset="0"/>
                          </a:rPr>
                          <m:t>∗</m:t>
                        </m:r>
                      </m:sup>
                    </m:sSubSup>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𝑣</m:t>
                        </m:r>
                      </m:e>
                      <m:sub>
                        <m:r>
                          <a:rPr lang="en-US" sz="1200" i="1">
                            <a:latin typeface="Cambria Math" panose="02040503050406030204" pitchFamily="18" charset="0"/>
                          </a:rPr>
                          <m:t>𝑃𝐼</m:t>
                        </m:r>
                        <m:r>
                          <a:rPr lang="en-US" sz="1200" i="1">
                            <a:latin typeface="Cambria Math" panose="02040503050406030204" pitchFamily="18" charset="0"/>
                          </a:rPr>
                          <m:t>,</m:t>
                        </m:r>
                        <m:r>
                          <a:rPr lang="en-US" sz="1200" b="0" i="1" smtClean="0">
                            <a:latin typeface="Cambria Math" panose="02040503050406030204" pitchFamily="18" charset="0"/>
                          </a:rPr>
                          <m:t>𝑞</m:t>
                        </m:r>
                      </m:sub>
                    </m:sSub>
                    <m:r>
                      <a:rPr lang="en-US" sz="1200" b="0" i="1" smtClean="0">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𝜔</m:t>
                        </m:r>
                      </m:e>
                      <m:sub>
                        <m:r>
                          <a:rPr lang="en-US" sz="1200" i="1">
                            <a:latin typeface="Cambria Math" panose="02040503050406030204" pitchFamily="18" charset="0"/>
                          </a:rPr>
                          <m:t>0</m:t>
                        </m:r>
                      </m:sub>
                    </m:sSub>
                    <m:r>
                      <a:rPr lang="en-US" sz="1200" i="1">
                        <a:latin typeface="Cambria Math" panose="02040503050406030204" pitchFamily="18" charset="0"/>
                      </a:rPr>
                      <m:t>𝐿</m:t>
                    </m:r>
                    <m:sSub>
                      <m:sSubPr>
                        <m:ctrlPr>
                          <a:rPr lang="en-US" sz="1200" i="1">
                            <a:latin typeface="Cambria Math" panose="02040503050406030204" pitchFamily="18" charset="0"/>
                          </a:rPr>
                        </m:ctrlPr>
                      </m:sSubPr>
                      <m:e>
                        <m:acc>
                          <m:accPr>
                            <m:chr m:val="̂"/>
                            <m:ctrlPr>
                              <a:rPr lang="en-US" sz="1200" i="1">
                                <a:latin typeface="Cambria Math" panose="02040503050406030204" pitchFamily="18" charset="0"/>
                              </a:rPr>
                            </m:ctrlPr>
                          </m:accPr>
                          <m:e>
                            <m:r>
                              <a:rPr lang="en-US" sz="1200" i="1">
                                <a:latin typeface="Cambria Math" panose="02040503050406030204" pitchFamily="18" charset="0"/>
                              </a:rPr>
                              <m:t>𝑖</m:t>
                            </m:r>
                          </m:e>
                        </m:acc>
                      </m:e>
                      <m:sub>
                        <m:r>
                          <a:rPr lang="en-US" sz="1200" b="0" i="1" smtClean="0">
                            <a:latin typeface="Cambria Math" panose="02040503050406030204" pitchFamily="18" charset="0"/>
                          </a:rPr>
                          <m:t>𝑑</m:t>
                        </m:r>
                      </m:sub>
                    </m:sSub>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𝑣</m:t>
                        </m:r>
                      </m:e>
                      <m:sub>
                        <m:r>
                          <a:rPr lang="en-US" sz="1200" b="0" i="1" smtClean="0">
                            <a:latin typeface="Cambria Math" panose="02040503050406030204" pitchFamily="18" charset="0"/>
                          </a:rPr>
                          <m:t>𝑞</m:t>
                        </m:r>
                        <m:r>
                          <a:rPr lang="en-US" sz="1200" i="1">
                            <a:latin typeface="Cambria Math" panose="02040503050406030204" pitchFamily="18" charset="0"/>
                          </a:rPr>
                          <m:t>,</m:t>
                        </m:r>
                        <m:r>
                          <a:rPr lang="en-US" sz="1200" i="1">
                            <a:latin typeface="Cambria Math" panose="02040503050406030204" pitchFamily="18" charset="0"/>
                          </a:rPr>
                          <m:t>𝑓𝑓</m:t>
                        </m:r>
                      </m:sub>
                    </m:sSub>
                  </m:oMath>
                </a14:m>
                <a:endParaRPr lang="en-US" sz="1200" dirty="0"/>
              </a:p>
              <a:p>
                <a:pPr marL="342900" indent="-342900">
                  <a:buFont typeface="+mj-lt"/>
                  <a:buAutoNum type="arabicPeriod"/>
                </a:pPr>
                <a14:m>
                  <m:oMath xmlns:m="http://schemas.openxmlformats.org/officeDocument/2006/math">
                    <m:sSubSup>
                      <m:sSubSupPr>
                        <m:ctrlPr>
                          <a:rPr lang="en-US" sz="1200" i="1">
                            <a:latin typeface="Cambria Math" panose="02040503050406030204" pitchFamily="18" charset="0"/>
                          </a:rPr>
                        </m:ctrlPr>
                      </m:sSubSupPr>
                      <m:e>
                        <m:r>
                          <a:rPr lang="en-US" sz="1200" i="1">
                            <a:latin typeface="Cambria Math" panose="02040503050406030204" pitchFamily="18" charset="0"/>
                          </a:rPr>
                          <m:t>𝑣</m:t>
                        </m:r>
                      </m:e>
                      <m:sub>
                        <m:r>
                          <a:rPr lang="en-US" sz="1200" i="1">
                            <a:latin typeface="Cambria Math" panose="02040503050406030204" pitchFamily="18" charset="0"/>
                          </a:rPr>
                          <m:t>𝑐𝑜𝑛𝑣</m:t>
                        </m:r>
                        <m:r>
                          <a:rPr lang="en-US" sz="1200" i="1">
                            <a:latin typeface="Cambria Math" panose="02040503050406030204" pitchFamily="18" charset="0"/>
                          </a:rPr>
                          <m:t>,</m:t>
                        </m:r>
                        <m:r>
                          <a:rPr lang="en-US" sz="1200" b="0" i="1" smtClean="0">
                            <a:latin typeface="Cambria Math" panose="02040503050406030204" pitchFamily="18" charset="0"/>
                          </a:rPr>
                          <m:t>𝛼</m:t>
                        </m:r>
                      </m:sub>
                      <m:sup>
                        <m:r>
                          <a:rPr lang="en-US" sz="1200" i="1">
                            <a:latin typeface="Cambria Math" panose="02040503050406030204" pitchFamily="18" charset="0"/>
                          </a:rPr>
                          <m:t>∗</m:t>
                        </m:r>
                      </m:sup>
                    </m:sSubSup>
                    <m:r>
                      <a:rPr lang="en-US" sz="1200" i="1">
                        <a:latin typeface="Cambria Math" panose="02040503050406030204" pitchFamily="18" charset="0"/>
                      </a:rPr>
                      <m:t>=</m:t>
                    </m:r>
                    <m:sSubSup>
                      <m:sSubSupPr>
                        <m:ctrlPr>
                          <a:rPr lang="en-US" sz="1200" i="1">
                            <a:latin typeface="Cambria Math" panose="02040503050406030204" pitchFamily="18" charset="0"/>
                          </a:rPr>
                        </m:ctrlPr>
                      </m:sSubSupPr>
                      <m:e>
                        <m:r>
                          <a:rPr lang="en-US" sz="1200" i="1">
                            <a:latin typeface="Cambria Math" panose="02040503050406030204" pitchFamily="18" charset="0"/>
                          </a:rPr>
                          <m:t>𝑣</m:t>
                        </m:r>
                      </m:e>
                      <m:sub>
                        <m:r>
                          <a:rPr lang="en-US" sz="1200" i="1">
                            <a:latin typeface="Cambria Math" panose="02040503050406030204" pitchFamily="18" charset="0"/>
                          </a:rPr>
                          <m:t>𝑐𝑜𝑛𝑣</m:t>
                        </m:r>
                        <m:r>
                          <a:rPr lang="en-US" sz="1200" i="1">
                            <a:latin typeface="Cambria Math" panose="02040503050406030204" pitchFamily="18" charset="0"/>
                          </a:rPr>
                          <m:t>,</m:t>
                        </m:r>
                        <m:r>
                          <a:rPr lang="en-US" sz="1200" i="1">
                            <a:latin typeface="Cambria Math" panose="02040503050406030204" pitchFamily="18" charset="0"/>
                          </a:rPr>
                          <m:t>𝑑</m:t>
                        </m:r>
                      </m:sub>
                      <m:sup>
                        <m:r>
                          <a:rPr lang="en-US" sz="1200" i="1">
                            <a:latin typeface="Cambria Math" panose="02040503050406030204" pitchFamily="18" charset="0"/>
                          </a:rPr>
                          <m:t>∗</m:t>
                        </m:r>
                      </m:sup>
                    </m:sSubSup>
                    <m:func>
                      <m:funcPr>
                        <m:ctrlPr>
                          <a:rPr lang="en-US" sz="1200" i="1">
                            <a:latin typeface="Cambria Math" panose="02040503050406030204" pitchFamily="18" charset="0"/>
                          </a:rPr>
                        </m:ctrlPr>
                      </m:funcPr>
                      <m:fName>
                        <m:r>
                          <m:rPr>
                            <m:sty m:val="p"/>
                          </m:rPr>
                          <a:rPr lang="en-US" sz="1200">
                            <a:latin typeface="Cambria Math" panose="02040503050406030204" pitchFamily="18" charset="0"/>
                          </a:rPr>
                          <m:t>sin</m:t>
                        </m:r>
                      </m:fName>
                      <m:e>
                        <m:r>
                          <a:rPr lang="en-US" sz="1200" i="1">
                            <a:latin typeface="Cambria Math" panose="02040503050406030204" pitchFamily="18" charset="0"/>
                          </a:rPr>
                          <m:t>𝜃</m:t>
                        </m:r>
                      </m:e>
                    </m:func>
                    <m:r>
                      <a:rPr lang="en-US" sz="1200" i="1">
                        <a:latin typeface="Cambria Math" panose="02040503050406030204" pitchFamily="18" charset="0"/>
                      </a:rPr>
                      <m:t>+</m:t>
                    </m:r>
                    <m:sSubSup>
                      <m:sSubSupPr>
                        <m:ctrlPr>
                          <a:rPr lang="en-US" sz="1200" i="1">
                            <a:latin typeface="Cambria Math" panose="02040503050406030204" pitchFamily="18" charset="0"/>
                          </a:rPr>
                        </m:ctrlPr>
                      </m:sSubSupPr>
                      <m:e>
                        <m:r>
                          <a:rPr lang="en-US" sz="1200" i="1">
                            <a:latin typeface="Cambria Math" panose="02040503050406030204" pitchFamily="18" charset="0"/>
                          </a:rPr>
                          <m:t>𝑣</m:t>
                        </m:r>
                      </m:e>
                      <m:sub>
                        <m:r>
                          <a:rPr lang="en-US" sz="1200" i="1">
                            <a:latin typeface="Cambria Math" panose="02040503050406030204" pitchFamily="18" charset="0"/>
                          </a:rPr>
                          <m:t>𝑐𝑜𝑛𝑣</m:t>
                        </m:r>
                        <m:r>
                          <a:rPr lang="en-US" sz="1200" i="1">
                            <a:latin typeface="Cambria Math" panose="02040503050406030204" pitchFamily="18" charset="0"/>
                          </a:rPr>
                          <m:t>,</m:t>
                        </m:r>
                        <m:r>
                          <a:rPr lang="en-US" sz="1200" i="1">
                            <a:latin typeface="Cambria Math" panose="02040503050406030204" pitchFamily="18" charset="0"/>
                          </a:rPr>
                          <m:t>𝑞</m:t>
                        </m:r>
                      </m:sub>
                      <m:sup>
                        <m:r>
                          <a:rPr lang="en-US" sz="1200" i="1">
                            <a:latin typeface="Cambria Math" panose="02040503050406030204" pitchFamily="18" charset="0"/>
                          </a:rPr>
                          <m:t>∗</m:t>
                        </m:r>
                      </m:sup>
                    </m:sSubSup>
                    <m:func>
                      <m:funcPr>
                        <m:ctrlPr>
                          <a:rPr lang="en-US" sz="1200" i="1">
                            <a:latin typeface="Cambria Math" panose="02040503050406030204" pitchFamily="18" charset="0"/>
                          </a:rPr>
                        </m:ctrlPr>
                      </m:funcPr>
                      <m:fName>
                        <m:r>
                          <m:rPr>
                            <m:sty m:val="p"/>
                          </m:rPr>
                          <a:rPr lang="en-US" sz="1200">
                            <a:latin typeface="Cambria Math" panose="02040503050406030204" pitchFamily="18" charset="0"/>
                          </a:rPr>
                          <m:t>cos</m:t>
                        </m:r>
                      </m:fName>
                      <m:e>
                        <m:r>
                          <a:rPr lang="en-US" sz="1200" i="1">
                            <a:latin typeface="Cambria Math" panose="02040503050406030204" pitchFamily="18" charset="0"/>
                          </a:rPr>
                          <m:t>𝜃</m:t>
                        </m:r>
                      </m:e>
                    </m:func>
                  </m:oMath>
                </a14:m>
                <a:endParaRPr lang="en-US" sz="1200" dirty="0"/>
              </a:p>
              <a:p>
                <a:pPr marL="342900" indent="-342900">
                  <a:buFont typeface="+mj-lt"/>
                  <a:buAutoNum type="arabicPeriod"/>
                </a:pPr>
                <a14:m>
                  <m:oMath xmlns:m="http://schemas.openxmlformats.org/officeDocument/2006/math">
                    <m:sSubSup>
                      <m:sSubSupPr>
                        <m:ctrlPr>
                          <a:rPr lang="en-US" sz="1200" i="1">
                            <a:latin typeface="Cambria Math" panose="02040503050406030204" pitchFamily="18" charset="0"/>
                          </a:rPr>
                        </m:ctrlPr>
                      </m:sSubSupPr>
                      <m:e>
                        <m:r>
                          <a:rPr lang="en-US" sz="1200" i="1">
                            <a:latin typeface="Cambria Math" panose="02040503050406030204" pitchFamily="18" charset="0"/>
                          </a:rPr>
                          <m:t>𝑣</m:t>
                        </m:r>
                      </m:e>
                      <m:sub>
                        <m:r>
                          <a:rPr lang="en-US" sz="1200" i="1">
                            <a:latin typeface="Cambria Math" panose="02040503050406030204" pitchFamily="18" charset="0"/>
                          </a:rPr>
                          <m:t>𝑐𝑜𝑛𝑣</m:t>
                        </m:r>
                        <m:r>
                          <a:rPr lang="en-US" sz="1200" i="1">
                            <a:latin typeface="Cambria Math" panose="02040503050406030204" pitchFamily="18" charset="0"/>
                          </a:rPr>
                          <m:t>,</m:t>
                        </m:r>
                        <m:r>
                          <a:rPr lang="en-US" sz="1200" b="0" i="1" smtClean="0">
                            <a:latin typeface="Cambria Math" panose="02040503050406030204" pitchFamily="18" charset="0"/>
                          </a:rPr>
                          <m:t>𝛽</m:t>
                        </m:r>
                      </m:sub>
                      <m:sup>
                        <m:r>
                          <a:rPr lang="en-US" sz="1200" i="1">
                            <a:latin typeface="Cambria Math" panose="02040503050406030204" pitchFamily="18" charset="0"/>
                          </a:rPr>
                          <m:t>∗</m:t>
                        </m:r>
                      </m:sup>
                    </m:sSubSup>
                    <m:r>
                      <a:rPr lang="en-US" sz="1200" i="1">
                        <a:latin typeface="Cambria Math" panose="02040503050406030204" pitchFamily="18" charset="0"/>
                      </a:rPr>
                      <m:t>=</m:t>
                    </m:r>
                    <m:r>
                      <a:rPr lang="en-US" sz="1200" b="0" i="1" smtClean="0">
                        <a:latin typeface="Cambria Math" panose="02040503050406030204" pitchFamily="18" charset="0"/>
                      </a:rPr>
                      <m:t>−</m:t>
                    </m:r>
                    <m:sSubSup>
                      <m:sSubSupPr>
                        <m:ctrlPr>
                          <a:rPr lang="en-US" sz="1200" i="1">
                            <a:latin typeface="Cambria Math" panose="02040503050406030204" pitchFamily="18" charset="0"/>
                          </a:rPr>
                        </m:ctrlPr>
                      </m:sSubSupPr>
                      <m:e>
                        <m:r>
                          <a:rPr lang="en-US" sz="1200" i="1">
                            <a:latin typeface="Cambria Math" panose="02040503050406030204" pitchFamily="18" charset="0"/>
                          </a:rPr>
                          <m:t>𝑣</m:t>
                        </m:r>
                      </m:e>
                      <m:sub>
                        <m:r>
                          <a:rPr lang="en-US" sz="1200" i="1">
                            <a:latin typeface="Cambria Math" panose="02040503050406030204" pitchFamily="18" charset="0"/>
                          </a:rPr>
                          <m:t>𝑐𝑜𝑛𝑣</m:t>
                        </m:r>
                        <m:r>
                          <a:rPr lang="en-US" sz="1200" i="1">
                            <a:latin typeface="Cambria Math" panose="02040503050406030204" pitchFamily="18" charset="0"/>
                          </a:rPr>
                          <m:t>,</m:t>
                        </m:r>
                        <m:r>
                          <a:rPr lang="en-US" sz="1200" i="1">
                            <a:latin typeface="Cambria Math" panose="02040503050406030204" pitchFamily="18" charset="0"/>
                          </a:rPr>
                          <m:t>𝑑</m:t>
                        </m:r>
                      </m:sub>
                      <m:sup>
                        <m:r>
                          <a:rPr lang="en-US" sz="1200" i="1">
                            <a:latin typeface="Cambria Math" panose="02040503050406030204" pitchFamily="18" charset="0"/>
                          </a:rPr>
                          <m:t>∗</m:t>
                        </m:r>
                      </m:sup>
                    </m:sSubSup>
                    <m:func>
                      <m:funcPr>
                        <m:ctrlPr>
                          <a:rPr lang="en-US" sz="1200" i="1">
                            <a:latin typeface="Cambria Math" panose="02040503050406030204" pitchFamily="18" charset="0"/>
                          </a:rPr>
                        </m:ctrlPr>
                      </m:funcPr>
                      <m:fName>
                        <m:r>
                          <m:rPr>
                            <m:sty m:val="p"/>
                          </m:rPr>
                          <a:rPr lang="en-US" sz="1200" b="0" i="0" smtClean="0">
                            <a:latin typeface="Cambria Math" panose="02040503050406030204" pitchFamily="18" charset="0"/>
                          </a:rPr>
                          <m:t>cos</m:t>
                        </m:r>
                      </m:fName>
                      <m:e>
                        <m:r>
                          <a:rPr lang="en-US" sz="1200" i="1">
                            <a:latin typeface="Cambria Math" panose="02040503050406030204" pitchFamily="18" charset="0"/>
                          </a:rPr>
                          <m:t>𝜃</m:t>
                        </m:r>
                      </m:e>
                    </m:func>
                    <m:r>
                      <a:rPr lang="en-US" sz="1200" i="1">
                        <a:latin typeface="Cambria Math" panose="02040503050406030204" pitchFamily="18" charset="0"/>
                      </a:rPr>
                      <m:t>+</m:t>
                    </m:r>
                    <m:sSubSup>
                      <m:sSubSupPr>
                        <m:ctrlPr>
                          <a:rPr lang="en-US" sz="1200" i="1">
                            <a:latin typeface="Cambria Math" panose="02040503050406030204" pitchFamily="18" charset="0"/>
                          </a:rPr>
                        </m:ctrlPr>
                      </m:sSubSupPr>
                      <m:e>
                        <m:r>
                          <a:rPr lang="en-US" sz="1200" i="1">
                            <a:latin typeface="Cambria Math" panose="02040503050406030204" pitchFamily="18" charset="0"/>
                          </a:rPr>
                          <m:t>𝑣</m:t>
                        </m:r>
                      </m:e>
                      <m:sub>
                        <m:r>
                          <a:rPr lang="en-US" sz="1200" i="1">
                            <a:latin typeface="Cambria Math" panose="02040503050406030204" pitchFamily="18" charset="0"/>
                          </a:rPr>
                          <m:t>𝑐𝑜𝑛𝑣</m:t>
                        </m:r>
                        <m:r>
                          <a:rPr lang="en-US" sz="1200" i="1">
                            <a:latin typeface="Cambria Math" panose="02040503050406030204" pitchFamily="18" charset="0"/>
                          </a:rPr>
                          <m:t>,</m:t>
                        </m:r>
                        <m:r>
                          <a:rPr lang="en-US" sz="1200" i="1">
                            <a:latin typeface="Cambria Math" panose="02040503050406030204" pitchFamily="18" charset="0"/>
                          </a:rPr>
                          <m:t>𝑞</m:t>
                        </m:r>
                      </m:sub>
                      <m:sup>
                        <m:r>
                          <a:rPr lang="en-US" sz="1200" i="1">
                            <a:latin typeface="Cambria Math" panose="02040503050406030204" pitchFamily="18" charset="0"/>
                          </a:rPr>
                          <m:t>∗</m:t>
                        </m:r>
                      </m:sup>
                    </m:sSubSup>
                    <m:func>
                      <m:funcPr>
                        <m:ctrlPr>
                          <a:rPr lang="en-US" sz="1200" i="1">
                            <a:latin typeface="Cambria Math" panose="02040503050406030204" pitchFamily="18" charset="0"/>
                          </a:rPr>
                        </m:ctrlPr>
                      </m:funcPr>
                      <m:fName>
                        <m:r>
                          <m:rPr>
                            <m:sty m:val="p"/>
                          </m:rPr>
                          <a:rPr lang="en-US" sz="1200" b="0" i="0" smtClean="0">
                            <a:latin typeface="Cambria Math" panose="02040503050406030204" pitchFamily="18" charset="0"/>
                          </a:rPr>
                          <m:t>sin</m:t>
                        </m:r>
                      </m:fName>
                      <m:e>
                        <m:r>
                          <a:rPr lang="en-US" sz="1200" i="1">
                            <a:latin typeface="Cambria Math" panose="02040503050406030204" pitchFamily="18" charset="0"/>
                          </a:rPr>
                          <m:t>𝜃</m:t>
                        </m:r>
                      </m:e>
                    </m:func>
                  </m:oMath>
                </a14:m>
                <a:endParaRPr lang="en-US" sz="1200" dirty="0"/>
              </a:p>
              <a:p>
                <a:pPr marL="342900" indent="-342900">
                  <a:buFont typeface="+mj-lt"/>
                  <a:buAutoNum type="arabicPeriod"/>
                </a:pP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𝑚</m:t>
                        </m:r>
                      </m:e>
                      <m:sup>
                        <m:r>
                          <a:rPr lang="en-US" sz="1200" b="0" i="1" smtClean="0">
                            <a:latin typeface="Cambria Math" panose="02040503050406030204" pitchFamily="18" charset="0"/>
                          </a:rPr>
                          <m:t>∗</m:t>
                        </m:r>
                      </m:sup>
                    </m:sSup>
                    <m:r>
                      <a:rPr lang="en-US" sz="1200" b="0" i="1" smtClean="0">
                        <a:latin typeface="Cambria Math" panose="02040503050406030204" pitchFamily="18" charset="0"/>
                      </a:rPr>
                      <m:t>=</m:t>
                    </m:r>
                    <m:f>
                      <m:fPr>
                        <m:ctrlPr>
                          <a:rPr lang="en-US" sz="1200" b="0" i="1" smtClean="0">
                            <a:latin typeface="Cambria Math" panose="02040503050406030204" pitchFamily="18" charset="0"/>
                          </a:rPr>
                        </m:ctrlPr>
                      </m:fPr>
                      <m:num>
                        <m:sSubSup>
                          <m:sSubSupPr>
                            <m:ctrlPr>
                              <a:rPr lang="en-US" sz="1200" b="0" i="1" smtClean="0">
                                <a:latin typeface="Cambria Math" panose="02040503050406030204" pitchFamily="18" charset="0"/>
                              </a:rPr>
                            </m:ctrlPr>
                          </m:sSubSupPr>
                          <m:e>
                            <m:r>
                              <a:rPr lang="en-US" sz="1200" b="0" i="1" smtClean="0">
                                <a:latin typeface="Cambria Math" panose="02040503050406030204" pitchFamily="18" charset="0"/>
                              </a:rPr>
                              <m:t>𝑣</m:t>
                            </m:r>
                          </m:e>
                          <m:sub>
                            <m:r>
                              <a:rPr lang="en-US" sz="1200" b="0" i="1" smtClean="0">
                                <a:latin typeface="Cambria Math" panose="02040503050406030204" pitchFamily="18" charset="0"/>
                              </a:rPr>
                              <m:t>𝑐𝑜𝑛𝑣</m:t>
                            </m:r>
                            <m:r>
                              <a:rPr lang="en-US" sz="1200" b="0" i="1" smtClean="0">
                                <a:latin typeface="Cambria Math" panose="02040503050406030204" pitchFamily="18" charset="0"/>
                              </a:rPr>
                              <m:t>,</m:t>
                            </m:r>
                            <m:r>
                              <a:rPr lang="en-US" sz="1200" b="0" i="1" smtClean="0">
                                <a:latin typeface="Cambria Math" panose="02040503050406030204" pitchFamily="18" charset="0"/>
                              </a:rPr>
                              <m:t>𝛼</m:t>
                            </m:r>
                          </m:sub>
                          <m:sup>
                            <m:r>
                              <a:rPr lang="en-US" sz="1200" b="0" i="1" smtClean="0">
                                <a:latin typeface="Cambria Math" panose="02040503050406030204" pitchFamily="18" charset="0"/>
                              </a:rPr>
                              <m:t>∗</m:t>
                            </m:r>
                          </m:sup>
                        </m:sSubSup>
                      </m:num>
                      <m:den>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𝑣</m:t>
                            </m:r>
                          </m:e>
                          <m:sub>
                            <m:r>
                              <a:rPr lang="en-US" sz="1200" b="0" i="1" smtClean="0">
                                <a:latin typeface="Cambria Math" panose="02040503050406030204" pitchFamily="18" charset="0"/>
                              </a:rPr>
                              <m:t>𝑑𝑐</m:t>
                            </m:r>
                          </m:sub>
                        </m:sSub>
                      </m:den>
                    </m:f>
                  </m:oMath>
                </a14:m>
                <a:endParaRPr lang="en-US" sz="1200" b="0" dirty="0"/>
              </a:p>
              <a:p>
                <a:pPr marL="342900" indent="-342900">
                  <a:buFont typeface="+mj-lt"/>
                  <a:buAutoNum type="arabicPeriod"/>
                </a:pPr>
                <a14:m>
                  <m:oMath xmlns:m="http://schemas.openxmlformats.org/officeDocument/2006/math">
                    <m:r>
                      <a:rPr lang="en-US" sz="1200" b="0" i="1" smtClean="0">
                        <a:latin typeface="Cambria Math" panose="02040503050406030204" pitchFamily="18" charset="0"/>
                      </a:rPr>
                      <m:t>𝑚</m:t>
                    </m:r>
                    <m:r>
                      <a:rPr lang="en-US" sz="1200" b="0" i="1" smtClean="0">
                        <a:latin typeface="Cambria Math" panose="02040503050406030204" pitchFamily="18" charset="0"/>
                      </a:rPr>
                      <m:t>=</m:t>
                    </m:r>
                    <m:r>
                      <m:rPr>
                        <m:sty m:val="p"/>
                      </m:rPr>
                      <a:rPr lang="en-US" sz="1200" b="0" i="0" smtClean="0">
                        <a:latin typeface="Cambria Math" panose="02040503050406030204" pitchFamily="18" charset="0"/>
                      </a:rPr>
                      <m:t>sat</m:t>
                    </m:r>
                    <m:d>
                      <m:dPr>
                        <m:ctrlPr>
                          <a:rPr lang="en-US" sz="1200" b="0" i="1" smtClean="0">
                            <a:latin typeface="Cambria Math" panose="02040503050406030204" pitchFamily="18" charset="0"/>
                          </a:rPr>
                        </m:ctrlPr>
                      </m:dPr>
                      <m:e>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𝑚</m:t>
                            </m:r>
                          </m:e>
                          <m:sup>
                            <m:r>
                              <a:rPr lang="en-US" sz="1200" b="0" i="1" smtClean="0">
                                <a:latin typeface="Cambria Math" panose="02040503050406030204" pitchFamily="18" charset="0"/>
                              </a:rPr>
                              <m:t>∗</m:t>
                            </m:r>
                          </m:sup>
                        </m:sSup>
                        <m:r>
                          <a:rPr lang="en-US" sz="1200" b="0" i="1" smtClean="0">
                            <a:latin typeface="Cambria Math" panose="02040503050406030204" pitchFamily="18" charset="0"/>
                          </a:rPr>
                          <m:t>,−1,1</m:t>
                        </m:r>
                      </m:e>
                    </m:d>
                  </m:oMath>
                </a14:m>
                <a:endParaRPr lang="en-US" sz="1200" b="0" dirty="0"/>
              </a:p>
              <a:p>
                <a:pPr marL="342900" indent="-342900">
                  <a:buFont typeface="+mj-lt"/>
                  <a:buAutoNum type="arabicPeriod"/>
                </a:pPr>
                <a14:m>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𝑣</m:t>
                        </m:r>
                      </m:e>
                      <m:sub>
                        <m:r>
                          <a:rPr lang="en-US" sz="1200" b="0" i="1" smtClean="0">
                            <a:latin typeface="Cambria Math" panose="02040503050406030204" pitchFamily="18" charset="0"/>
                          </a:rPr>
                          <m:t>𝑐𝑜𝑛𝑣</m:t>
                        </m:r>
                        <m:r>
                          <a:rPr lang="en-US" sz="1200" b="0" i="1" smtClean="0">
                            <a:latin typeface="Cambria Math" panose="02040503050406030204" pitchFamily="18" charset="0"/>
                          </a:rPr>
                          <m:t>,</m:t>
                        </m:r>
                        <m:r>
                          <a:rPr lang="en-US" sz="1200" b="0" i="1" smtClean="0">
                            <a:latin typeface="Cambria Math" panose="02040503050406030204" pitchFamily="18" charset="0"/>
                          </a:rPr>
                          <m:t>𝛼</m:t>
                        </m:r>
                      </m:sub>
                    </m:sSub>
                    <m:r>
                      <a:rPr lang="en-US" sz="1200" b="0" i="1" smtClean="0">
                        <a:latin typeface="Cambria Math" panose="02040503050406030204" pitchFamily="18" charset="0"/>
                      </a:rPr>
                      <m:t>=</m:t>
                    </m:r>
                    <m:r>
                      <a:rPr lang="en-US" sz="1200" b="0" i="1" smtClean="0">
                        <a:latin typeface="Cambria Math" panose="02040503050406030204" pitchFamily="18" charset="0"/>
                      </a:rPr>
                      <m:t>𝑚</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𝑣</m:t>
                        </m:r>
                      </m:e>
                      <m:sub>
                        <m:r>
                          <a:rPr lang="en-US" sz="1200" b="0" i="1" smtClean="0">
                            <a:latin typeface="Cambria Math" panose="02040503050406030204" pitchFamily="18" charset="0"/>
                          </a:rPr>
                          <m:t>𝑑𝑐</m:t>
                        </m:r>
                      </m:sub>
                    </m:sSub>
                  </m:oMath>
                </a14:m>
                <a:endParaRPr lang="en-US" sz="1200" b="0" dirty="0"/>
              </a:p>
              <a:p>
                <a:pPr marL="342900" indent="-342900">
                  <a:buFont typeface="+mj-lt"/>
                  <a:buAutoNum type="arabicPeriod"/>
                </a:pPr>
                <a:endParaRPr lang="en-US" sz="1200" b="0" dirty="0"/>
              </a:p>
              <a:p>
                <a:pPr marL="342900" indent="-342900">
                  <a:buFont typeface="+mj-lt"/>
                  <a:buAutoNum type="arabicPeriod"/>
                </a:pPr>
                <a14:m>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𝑖</m:t>
                        </m:r>
                      </m:e>
                      <m:sub>
                        <m:r>
                          <a:rPr lang="en-US" sz="1200" b="0" i="1" smtClean="0">
                            <a:latin typeface="Cambria Math" panose="02040503050406030204" pitchFamily="18" charset="0"/>
                          </a:rPr>
                          <m:t>𝑏</m:t>
                        </m:r>
                      </m:sub>
                    </m:sSub>
                    <m:r>
                      <a:rPr lang="en-US" sz="1200" b="0" i="1" smtClean="0">
                        <a:latin typeface="Cambria Math" panose="02040503050406030204" pitchFamily="18" charset="0"/>
                      </a:rPr>
                      <m:t>=</m:t>
                    </m:r>
                    <m:r>
                      <a:rPr lang="en-US" sz="1200" b="0" i="1" smtClean="0">
                        <a:latin typeface="Cambria Math" panose="02040503050406030204" pitchFamily="18" charset="0"/>
                      </a:rPr>
                      <m:t>𝑚</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𝑖</m:t>
                        </m:r>
                      </m:e>
                      <m:sub>
                        <m:r>
                          <a:rPr lang="en-US" sz="1200" b="0" i="1" smtClean="0">
                            <a:latin typeface="Cambria Math" panose="02040503050406030204" pitchFamily="18" charset="0"/>
                          </a:rPr>
                          <m:t>𝐿</m:t>
                        </m:r>
                      </m:sub>
                    </m:sSub>
                  </m:oMath>
                </a14:m>
                <a:endParaRPr lang="en-US" sz="1200" b="0" dirty="0"/>
              </a:p>
              <a:p>
                <a:pPr marL="342900" indent="-342900">
                  <a:buFont typeface="+mj-lt"/>
                  <a:buAutoNum type="arabicPeriod"/>
                </a:pPr>
                <a14:m>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𝑣</m:t>
                        </m:r>
                      </m:e>
                      <m:sub>
                        <m:r>
                          <a:rPr lang="en-US" sz="1200" b="0" i="1" smtClean="0">
                            <a:latin typeface="Cambria Math" panose="02040503050406030204" pitchFamily="18" charset="0"/>
                          </a:rPr>
                          <m:t>𝑑𝑐</m:t>
                        </m:r>
                      </m:sub>
                    </m:sSub>
                    <m:r>
                      <a:rPr lang="en-US" sz="1200" b="0" i="1" smtClean="0">
                        <a:latin typeface="Cambria Math" panose="02040503050406030204" pitchFamily="18" charset="0"/>
                      </a:rPr>
                      <m:t>=</m:t>
                    </m:r>
                    <m:f>
                      <m:fPr>
                        <m:ctrlPr>
                          <a:rPr lang="en-US" sz="1200" b="0" i="1" smtClean="0">
                            <a:latin typeface="Cambria Math" panose="02040503050406030204" pitchFamily="18" charset="0"/>
                          </a:rPr>
                        </m:ctrlPr>
                      </m:fPr>
                      <m:num>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𝑅</m:t>
                            </m:r>
                          </m:e>
                          <m:sub>
                            <m:r>
                              <a:rPr lang="en-US" sz="1200" b="0" i="1" smtClean="0">
                                <a:latin typeface="Cambria Math" panose="02040503050406030204" pitchFamily="18" charset="0"/>
                              </a:rPr>
                              <m:t>𝑠h</m:t>
                            </m:r>
                          </m:sub>
                        </m:sSub>
                      </m:num>
                      <m:den>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𝑅</m:t>
                            </m:r>
                          </m:e>
                          <m:sub>
                            <m:r>
                              <a:rPr lang="en-US" sz="1200" b="0" i="1" smtClean="0">
                                <a:latin typeface="Cambria Math" panose="02040503050406030204" pitchFamily="18" charset="0"/>
                              </a:rPr>
                              <m:t>𝑠h</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𝑅</m:t>
                            </m:r>
                          </m:e>
                          <m:sub>
                            <m:r>
                              <a:rPr lang="en-US" sz="1200" b="0" i="1" smtClean="0">
                                <a:latin typeface="Cambria Math" panose="02040503050406030204" pitchFamily="18" charset="0"/>
                              </a:rPr>
                              <m:t>𝐶</m:t>
                            </m:r>
                            <m:r>
                              <a:rPr lang="en-US" sz="1200" b="0" i="1" smtClean="0">
                                <a:latin typeface="Cambria Math" panose="02040503050406030204" pitchFamily="18" charset="0"/>
                              </a:rPr>
                              <m:t>,</m:t>
                            </m:r>
                            <m:r>
                              <a:rPr lang="en-US" sz="1200" b="0" i="1" smtClean="0">
                                <a:latin typeface="Cambria Math" panose="02040503050406030204" pitchFamily="18" charset="0"/>
                              </a:rPr>
                              <m:t>𝑑𝑐</m:t>
                            </m:r>
                          </m:sub>
                        </m:sSub>
                      </m:den>
                    </m:f>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𝑣</m:t>
                        </m:r>
                      </m:e>
                      <m:sub>
                        <m:r>
                          <a:rPr lang="en-US" sz="1200" b="0" i="1" smtClean="0">
                            <a:latin typeface="Cambria Math" panose="02040503050406030204" pitchFamily="18" charset="0"/>
                          </a:rPr>
                          <m:t>𝐶</m:t>
                        </m:r>
                        <m:r>
                          <a:rPr lang="en-US" sz="1200" b="0" i="1" smtClean="0">
                            <a:latin typeface="Cambria Math" panose="02040503050406030204" pitchFamily="18" charset="0"/>
                          </a:rPr>
                          <m:t>,</m:t>
                        </m:r>
                        <m:r>
                          <a:rPr lang="en-US" sz="1200" b="0" i="1" smtClean="0">
                            <a:latin typeface="Cambria Math" panose="02040503050406030204" pitchFamily="18" charset="0"/>
                          </a:rPr>
                          <m:t>𝑑𝑐</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𝑅</m:t>
                        </m:r>
                      </m:e>
                      <m:sub>
                        <m:r>
                          <a:rPr lang="en-US" sz="1200" b="0" i="1" smtClean="0">
                            <a:latin typeface="Cambria Math" panose="02040503050406030204" pitchFamily="18" charset="0"/>
                          </a:rPr>
                          <m:t>𝐶</m:t>
                        </m:r>
                        <m:r>
                          <a:rPr lang="en-US" sz="1200" b="0" i="1" smtClean="0">
                            <a:latin typeface="Cambria Math" panose="02040503050406030204" pitchFamily="18" charset="0"/>
                          </a:rPr>
                          <m:t>,</m:t>
                        </m:r>
                        <m:r>
                          <a:rPr lang="en-US" sz="1200" b="0" i="1" smtClean="0">
                            <a:latin typeface="Cambria Math" panose="02040503050406030204" pitchFamily="18" charset="0"/>
                          </a:rPr>
                          <m:t>𝑑𝑐</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𝑖</m:t>
                        </m:r>
                      </m:e>
                      <m:sub>
                        <m:r>
                          <a:rPr lang="en-US" sz="1200" b="0" i="1" smtClean="0">
                            <a:latin typeface="Cambria Math" panose="02040503050406030204" pitchFamily="18" charset="0"/>
                          </a:rPr>
                          <m:t>𝑑𝑐</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𝑖</m:t>
                        </m:r>
                      </m:e>
                      <m:sub>
                        <m:r>
                          <a:rPr lang="en-US" sz="1200" b="0" i="1" smtClean="0">
                            <a:latin typeface="Cambria Math" panose="02040503050406030204" pitchFamily="18" charset="0"/>
                          </a:rPr>
                          <m:t>𝑏</m:t>
                        </m:r>
                      </m:sub>
                    </m:sSub>
                    <m:r>
                      <a:rPr lang="en-US" sz="1200" b="0" i="1" smtClean="0">
                        <a:latin typeface="Cambria Math" panose="02040503050406030204" pitchFamily="18" charset="0"/>
                      </a:rPr>
                      <m:t>)]</m:t>
                    </m:r>
                  </m:oMath>
                </a14:m>
                <a:endParaRPr lang="en-US" sz="1200" dirty="0"/>
              </a:p>
            </p:txBody>
          </p:sp>
        </mc:Choice>
        <mc:Fallback xmlns="">
          <p:sp>
            <p:nvSpPr>
              <p:cNvPr id="6" name="TextBox 5">
                <a:extLst>
                  <a:ext uri="{FF2B5EF4-FFF2-40B4-BE49-F238E27FC236}">
                    <a16:creationId xmlns:a16="http://schemas.microsoft.com/office/drawing/2014/main" id="{B4ADCD24-DA56-00EB-F679-4919FBEEABED}"/>
                  </a:ext>
                </a:extLst>
              </p:cNvPr>
              <p:cNvSpPr txBox="1">
                <a:spLocks noRot="1" noChangeAspect="1" noMove="1" noResize="1" noEditPoints="1" noAdjustHandles="1" noChangeArrowheads="1" noChangeShapeType="1" noTextEdit="1"/>
              </p:cNvSpPr>
              <p:nvPr/>
            </p:nvSpPr>
            <p:spPr>
              <a:xfrm>
                <a:off x="3667990" y="830725"/>
                <a:ext cx="2891817" cy="4329647"/>
              </a:xfrm>
              <a:prstGeom prst="rect">
                <a:avLst/>
              </a:prstGeom>
              <a:blipFill>
                <a:blip r:embed="rId3"/>
                <a:stretch>
                  <a:fillRect l="-3376" t="-1125" r="-168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2AC2CEC0-9AC3-7EF8-C8AE-3D19D71BA8C3}"/>
                  </a:ext>
                </a:extLst>
              </p:cNvPr>
              <p:cNvSpPr txBox="1"/>
              <p:nvPr/>
            </p:nvSpPr>
            <p:spPr>
              <a:xfrm>
                <a:off x="7220086" y="830725"/>
                <a:ext cx="1126206" cy="967252"/>
              </a:xfrm>
              <a:prstGeom prst="rect">
                <a:avLst/>
              </a:prstGeom>
              <a:noFill/>
            </p:spPr>
            <p:txBody>
              <a:bodyPr wrap="none" lIns="0" tIns="0" rIns="0" bIns="0" rtlCol="0">
                <a:spAutoFit/>
              </a:bodyPr>
              <a:lstStyle/>
              <a:p>
                <a:pPr marL="342900" indent="-342900">
                  <a:buFont typeface="+mj-lt"/>
                  <a:buAutoNum type="arabicPeriod"/>
                </a:pPr>
                <a14:m>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𝑣</m:t>
                        </m:r>
                      </m:e>
                      <m:sub>
                        <m:r>
                          <a:rPr lang="en-US" sz="1200" b="0" i="1" smtClean="0">
                            <a:latin typeface="Cambria Math" panose="02040503050406030204" pitchFamily="18" charset="0"/>
                          </a:rPr>
                          <m:t>𝑑</m:t>
                        </m:r>
                        <m:r>
                          <a:rPr lang="en-US" sz="1200" b="0" i="1" smtClean="0">
                            <a:latin typeface="Cambria Math" panose="02040503050406030204" pitchFamily="18" charset="0"/>
                          </a:rPr>
                          <m:t>,</m:t>
                        </m:r>
                        <m:r>
                          <a:rPr lang="en-US" sz="1200" b="0" i="1" smtClean="0">
                            <a:latin typeface="Cambria Math" panose="02040503050406030204" pitchFamily="18" charset="0"/>
                          </a:rPr>
                          <m:t>𝑓𝑓</m:t>
                        </m:r>
                      </m:sub>
                    </m:sSub>
                    <m:r>
                      <a:rPr lang="en-US" sz="1200" b="0" i="1" smtClean="0">
                        <a:latin typeface="Cambria Math" panose="02040503050406030204" pitchFamily="18" charset="0"/>
                      </a:rPr>
                      <m:t>=170</m:t>
                    </m:r>
                  </m:oMath>
                </a14:m>
                <a:endParaRPr lang="en-US" sz="1200" b="0" dirty="0"/>
              </a:p>
              <a:p>
                <a:pPr marL="342900" indent="-342900">
                  <a:buFont typeface="+mj-lt"/>
                  <a:buAutoNum type="arabicPeriod"/>
                </a:pPr>
                <a14:m>
                  <m:oMath xmlns:m="http://schemas.openxmlformats.org/officeDocument/2006/math">
                    <m:sSub>
                      <m:sSubPr>
                        <m:ctrlPr>
                          <a:rPr lang="en-US" sz="1200" i="1">
                            <a:latin typeface="Cambria Math" panose="02040503050406030204" pitchFamily="18" charset="0"/>
                          </a:rPr>
                        </m:ctrlPr>
                      </m:sSubPr>
                      <m:e>
                        <m:r>
                          <a:rPr lang="en-US" sz="1200" i="1">
                            <a:latin typeface="Cambria Math" panose="02040503050406030204" pitchFamily="18" charset="0"/>
                          </a:rPr>
                          <m:t>𝑣</m:t>
                        </m:r>
                      </m:e>
                      <m:sub>
                        <m:r>
                          <a:rPr lang="en-US" sz="1200" b="0" i="1" smtClean="0">
                            <a:latin typeface="Cambria Math" panose="02040503050406030204" pitchFamily="18" charset="0"/>
                          </a:rPr>
                          <m:t>𝑞</m:t>
                        </m:r>
                        <m:r>
                          <a:rPr lang="en-US" sz="1200" i="1">
                            <a:latin typeface="Cambria Math" panose="02040503050406030204" pitchFamily="18" charset="0"/>
                          </a:rPr>
                          <m:t>,</m:t>
                        </m:r>
                        <m:r>
                          <a:rPr lang="en-US" sz="1200" i="1">
                            <a:latin typeface="Cambria Math" panose="02040503050406030204" pitchFamily="18" charset="0"/>
                          </a:rPr>
                          <m:t>𝑓𝑓</m:t>
                        </m:r>
                      </m:sub>
                    </m:sSub>
                    <m:r>
                      <a:rPr lang="en-US" sz="1200" i="1">
                        <a:latin typeface="Cambria Math" panose="02040503050406030204" pitchFamily="18" charset="0"/>
                      </a:rPr>
                      <m:t>=</m:t>
                    </m:r>
                    <m:r>
                      <a:rPr lang="en-US" sz="1200" b="0" i="1" smtClean="0">
                        <a:latin typeface="Cambria Math" panose="02040503050406030204" pitchFamily="18" charset="0"/>
                      </a:rPr>
                      <m:t>0</m:t>
                    </m:r>
                  </m:oMath>
                </a14:m>
                <a:endParaRPr lang="en-US" sz="1200" b="0" dirty="0"/>
              </a:p>
              <a:p>
                <a:pPr marL="342900" indent="-342900">
                  <a:buFont typeface="+mj-lt"/>
                  <a:buAutoNum type="arabicPeriod"/>
                </a:pPr>
                <a14:m>
                  <m:oMath xmlns:m="http://schemas.openxmlformats.org/officeDocument/2006/math">
                    <m:sSubSup>
                      <m:sSubSupPr>
                        <m:ctrlPr>
                          <a:rPr lang="en-US" sz="1200" b="0" i="1" smtClean="0">
                            <a:latin typeface="Cambria Math" panose="02040503050406030204" pitchFamily="18" charset="0"/>
                          </a:rPr>
                        </m:ctrlPr>
                      </m:sSubSupPr>
                      <m:e>
                        <m:r>
                          <a:rPr lang="en-US" sz="1200" i="1" smtClean="0">
                            <a:latin typeface="Cambria Math" panose="02040503050406030204" pitchFamily="18" charset="0"/>
                          </a:rPr>
                          <m:t>𝑖</m:t>
                        </m:r>
                      </m:e>
                      <m:sub>
                        <m:r>
                          <a:rPr lang="en-US" sz="1200" b="0" i="1" smtClean="0">
                            <a:latin typeface="Cambria Math" panose="02040503050406030204" pitchFamily="18" charset="0"/>
                          </a:rPr>
                          <m:t>𝑞</m:t>
                        </m:r>
                      </m:sub>
                      <m:sup>
                        <m:r>
                          <a:rPr lang="en-US" sz="1200" b="0" i="1" smtClean="0">
                            <a:latin typeface="Cambria Math" panose="02040503050406030204" pitchFamily="18" charset="0"/>
                          </a:rPr>
                          <m:t>∗</m:t>
                        </m:r>
                      </m:sup>
                    </m:sSubSup>
                    <m:r>
                      <a:rPr lang="en-US" sz="1200" b="0" i="1" smtClean="0">
                        <a:latin typeface="Cambria Math" panose="02040503050406030204" pitchFamily="18" charset="0"/>
                      </a:rPr>
                      <m:t>=0</m:t>
                    </m:r>
                  </m:oMath>
                </a14:m>
                <a:endParaRPr lang="en-US" sz="1200" dirty="0"/>
              </a:p>
              <a:p>
                <a:pPr marL="342900" indent="-342900">
                  <a:buFont typeface="+mj-lt"/>
                  <a:buAutoNum type="arabicPeriod"/>
                </a:pPr>
                <a14:m>
                  <m:oMath xmlns:m="http://schemas.openxmlformats.org/officeDocument/2006/math">
                    <m:sSubSup>
                      <m:sSubSupPr>
                        <m:ctrlPr>
                          <a:rPr lang="en-US" sz="1200" b="0" i="1" smtClean="0">
                            <a:latin typeface="Cambria Math" panose="02040503050406030204" pitchFamily="18" charset="0"/>
                          </a:rPr>
                        </m:ctrlPr>
                      </m:sSubSupPr>
                      <m:e>
                        <m:r>
                          <a:rPr lang="en-US" sz="1200" i="1">
                            <a:latin typeface="Cambria Math" panose="02040503050406030204" pitchFamily="18" charset="0"/>
                          </a:rPr>
                          <m:t>𝑣</m:t>
                        </m:r>
                      </m:e>
                      <m:sub>
                        <m:r>
                          <a:rPr lang="en-US" sz="1200" i="1">
                            <a:latin typeface="Cambria Math" panose="02040503050406030204" pitchFamily="18" charset="0"/>
                          </a:rPr>
                          <m:t>𝑑𝑐</m:t>
                        </m:r>
                      </m:sub>
                      <m:sup>
                        <m:r>
                          <a:rPr lang="en-US" sz="1200" b="0" i="1" smtClean="0">
                            <a:latin typeface="Cambria Math" panose="02040503050406030204" pitchFamily="18" charset="0"/>
                          </a:rPr>
                          <m:t>∗</m:t>
                        </m:r>
                      </m:sup>
                    </m:sSubSup>
                    <m:r>
                      <a:rPr lang="en-US" sz="1200" b="0" i="1" smtClean="0">
                        <a:latin typeface="Cambria Math" panose="02040503050406030204" pitchFamily="18" charset="0"/>
                      </a:rPr>
                      <m:t>=300</m:t>
                    </m:r>
                  </m:oMath>
                </a14:m>
                <a:endParaRPr lang="en-US" sz="1200" dirty="0"/>
              </a:p>
              <a:p>
                <a:pPr marL="342900" indent="-342900">
                  <a:buFont typeface="+mj-lt"/>
                  <a:buAutoNum type="arabicPeriod"/>
                </a:pPr>
                <a14:m>
                  <m:oMath xmlns:m="http://schemas.openxmlformats.org/officeDocument/2006/math">
                    <m:r>
                      <a:rPr lang="en-US" sz="1200" b="0" i="1" smtClean="0">
                        <a:latin typeface="Cambria Math" panose="02040503050406030204" pitchFamily="18" charset="0"/>
                      </a:rPr>
                      <m:t>𝜙</m:t>
                    </m:r>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𝜔</m:t>
                        </m:r>
                      </m:e>
                      <m:sub>
                        <m:r>
                          <a:rPr lang="en-US" sz="1200" b="0" i="1" smtClean="0">
                            <a:latin typeface="Cambria Math" panose="02040503050406030204" pitchFamily="18" charset="0"/>
                          </a:rPr>
                          <m:t>0</m:t>
                        </m:r>
                      </m:sub>
                    </m:sSub>
                    <m:r>
                      <a:rPr lang="en-US" sz="1200" b="0" i="1" smtClean="0">
                        <a:latin typeface="Cambria Math" panose="02040503050406030204" pitchFamily="18" charset="0"/>
                      </a:rPr>
                      <m:t>𝑡</m:t>
                    </m:r>
                  </m:oMath>
                </a14:m>
                <a:endParaRPr lang="en-US" sz="1200" dirty="0"/>
              </a:p>
            </p:txBody>
          </p:sp>
        </mc:Choice>
        <mc:Fallback xmlns="">
          <p:sp>
            <p:nvSpPr>
              <p:cNvPr id="8" name="TextBox 7">
                <a:extLst>
                  <a:ext uri="{FF2B5EF4-FFF2-40B4-BE49-F238E27FC236}">
                    <a16:creationId xmlns:a16="http://schemas.microsoft.com/office/drawing/2014/main" id="{2AC2CEC0-9AC3-7EF8-C8AE-3D19D71BA8C3}"/>
                  </a:ext>
                </a:extLst>
              </p:cNvPr>
              <p:cNvSpPr txBox="1">
                <a:spLocks noRot="1" noChangeAspect="1" noMove="1" noResize="1" noEditPoints="1" noAdjustHandles="1" noChangeArrowheads="1" noChangeShapeType="1" noTextEdit="1"/>
              </p:cNvSpPr>
              <p:nvPr/>
            </p:nvSpPr>
            <p:spPr>
              <a:xfrm>
                <a:off x="7220086" y="830725"/>
                <a:ext cx="1126206" cy="967252"/>
              </a:xfrm>
              <a:prstGeom prst="rect">
                <a:avLst/>
              </a:prstGeom>
              <a:blipFill>
                <a:blip r:embed="rId4"/>
                <a:stretch>
                  <a:fillRect l="-8108" t="-5031" r="-4324" b="-8176"/>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F5D3D22A-45C0-6181-CE8E-247DCBCB4048}"/>
              </a:ext>
            </a:extLst>
          </p:cNvPr>
          <p:cNvSpPr txBox="1"/>
          <p:nvPr/>
        </p:nvSpPr>
        <p:spPr>
          <a:xfrm>
            <a:off x="609600" y="245950"/>
            <a:ext cx="1670650" cy="584775"/>
          </a:xfrm>
          <a:prstGeom prst="rect">
            <a:avLst/>
          </a:prstGeom>
          <a:noFill/>
        </p:spPr>
        <p:txBody>
          <a:bodyPr wrap="none" rtlCol="0">
            <a:spAutoFit/>
          </a:bodyPr>
          <a:lstStyle/>
          <a:p>
            <a:r>
              <a:rPr lang="en-US" sz="3200" dirty="0"/>
              <a:t>Rectifier</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66ABE1D4-CB6B-9151-2D2E-D243F44D14A2}"/>
                  </a:ext>
                </a:extLst>
              </p:cNvPr>
              <p:cNvSpPr txBox="1"/>
              <p:nvPr/>
            </p:nvSpPr>
            <p:spPr>
              <a:xfrm>
                <a:off x="460215" y="5539675"/>
                <a:ext cx="11068765" cy="830997"/>
              </a:xfrm>
              <a:prstGeom prst="rect">
                <a:avLst/>
              </a:prstGeom>
              <a:noFill/>
            </p:spPr>
            <p:txBody>
              <a:bodyPr wrap="square" rtlCol="0">
                <a:spAutoFit/>
              </a:bodyPr>
              <a:lstStyle/>
              <a:p>
                <a:r>
                  <a:rPr lang="en-US" sz="1200" dirty="0"/>
                  <a:t>In this version, the plant and the controller have different frame angles. </a:t>
                </a:r>
                <a14:m>
                  <m:oMath xmlns:m="http://schemas.openxmlformats.org/officeDocument/2006/math">
                    <m:r>
                      <a:rPr lang="en-US" sz="1200" b="0" i="1" smtClean="0">
                        <a:latin typeface="Cambria Math" panose="02040503050406030204" pitchFamily="18" charset="0"/>
                      </a:rPr>
                      <m:t>𝜙</m:t>
                    </m:r>
                  </m:oMath>
                </a14:m>
                <a:r>
                  <a:rPr lang="en-US" sz="1200" dirty="0"/>
                  <a:t> is the grid angle independent of the PLL; the PLL must track this angle. The PLL estimates </a:t>
                </a:r>
                <a14:m>
                  <m:oMath xmlns:m="http://schemas.openxmlformats.org/officeDocument/2006/math">
                    <m:r>
                      <a:rPr lang="en-US" sz="1200" i="1">
                        <a:latin typeface="Cambria Math" panose="02040503050406030204" pitchFamily="18" charset="0"/>
                      </a:rPr>
                      <m:t>𝜙</m:t>
                    </m:r>
                  </m:oMath>
                </a14:m>
                <a:r>
                  <a:rPr lang="en-US" sz="1200" dirty="0"/>
                  <a:t> with </a:t>
                </a:r>
                <a14:m>
                  <m:oMath xmlns:m="http://schemas.openxmlformats.org/officeDocument/2006/math">
                    <m:r>
                      <a:rPr lang="en-US" sz="1200" b="0" i="1" smtClean="0">
                        <a:latin typeface="Cambria Math" panose="02040503050406030204" pitchFamily="18" charset="0"/>
                      </a:rPr>
                      <m:t>𝜃</m:t>
                    </m:r>
                  </m:oMath>
                </a14:m>
                <a:r>
                  <a:rPr lang="en-US" sz="1200" dirty="0"/>
                  <a:t>. The plant and controller quantities, then, have different </a:t>
                </a:r>
                <a:r>
                  <a:rPr lang="en-US" sz="1200" dirty="0" err="1"/>
                  <a:t>dq</a:t>
                </a:r>
                <a:r>
                  <a:rPr lang="en-US" sz="1200" dirty="0"/>
                  <a:t> transformations. The controller uses the hatted </a:t>
                </a:r>
                <a:r>
                  <a:rPr lang="en-US" sz="1200" dirty="0" err="1"/>
                  <a:t>dq</a:t>
                </a:r>
                <a:r>
                  <a:rPr lang="en-US" sz="1200" dirty="0"/>
                  <a:t> values; any plant ab-quantity is rotated by </a:t>
                </a:r>
                <a14:m>
                  <m:oMath xmlns:m="http://schemas.openxmlformats.org/officeDocument/2006/math">
                    <m:r>
                      <a:rPr lang="en-US" sz="1200" i="1">
                        <a:latin typeface="Cambria Math" panose="02040503050406030204" pitchFamily="18" charset="0"/>
                      </a:rPr>
                      <m:t>𝜃</m:t>
                    </m:r>
                  </m:oMath>
                </a14:m>
                <a:r>
                  <a:rPr lang="en-US" sz="1200" dirty="0"/>
                  <a:t> first before it is used further in the control. </a:t>
                </a:r>
              </a:p>
              <a:p>
                <a:r>
                  <a:rPr lang="en-US" sz="1200" dirty="0"/>
                  <a:t>This version also use virtual damping through the gain </a:t>
                </a:r>
                <a14:m>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𝐾</m:t>
                        </m:r>
                      </m:e>
                      <m:sub>
                        <m:r>
                          <a:rPr lang="en-US" sz="1200" b="0" i="1" smtClean="0">
                            <a:latin typeface="Cambria Math" panose="02040503050406030204" pitchFamily="18" charset="0"/>
                          </a:rPr>
                          <m:t>𝑎𝑑</m:t>
                        </m:r>
                      </m:sub>
                    </m:sSub>
                  </m:oMath>
                </a14:m>
                <a:r>
                  <a:rPr lang="en-US" sz="1200" dirty="0"/>
                  <a:t>. When set to 0, there is no virtual damping, as in the simulations.</a:t>
                </a:r>
              </a:p>
            </p:txBody>
          </p:sp>
        </mc:Choice>
        <mc:Fallback xmlns="">
          <p:sp>
            <p:nvSpPr>
              <p:cNvPr id="3" name="TextBox 2">
                <a:extLst>
                  <a:ext uri="{FF2B5EF4-FFF2-40B4-BE49-F238E27FC236}">
                    <a16:creationId xmlns:a16="http://schemas.microsoft.com/office/drawing/2014/main" id="{66ABE1D4-CB6B-9151-2D2E-D243F44D14A2}"/>
                  </a:ext>
                </a:extLst>
              </p:cNvPr>
              <p:cNvSpPr txBox="1">
                <a:spLocks noRot="1" noChangeAspect="1" noMove="1" noResize="1" noEditPoints="1" noAdjustHandles="1" noChangeArrowheads="1" noChangeShapeType="1" noTextEdit="1"/>
              </p:cNvSpPr>
              <p:nvPr/>
            </p:nvSpPr>
            <p:spPr>
              <a:xfrm>
                <a:off x="460215" y="5539675"/>
                <a:ext cx="11068765" cy="830997"/>
              </a:xfrm>
              <a:prstGeom prst="rect">
                <a:avLst/>
              </a:prstGeom>
              <a:blipFill>
                <a:blip r:embed="rId5"/>
                <a:stretch>
                  <a:fillRect t="-735" b="-514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DB574416-A289-3C27-084C-25A18DDCE370}"/>
                  </a:ext>
                </a:extLst>
              </p:cNvPr>
              <p:cNvSpPr txBox="1"/>
              <p:nvPr/>
            </p:nvSpPr>
            <p:spPr>
              <a:xfrm>
                <a:off x="7659704" y="2851553"/>
                <a:ext cx="2412263" cy="920317"/>
              </a:xfrm>
              <a:prstGeom prst="rect">
                <a:avLst/>
              </a:prstGeom>
              <a:noFill/>
            </p:spPr>
            <p:txBody>
              <a:bodyPr wrap="none" lIns="0" tIns="0" rIns="0" bIns="0" rtlCol="0">
                <a:spAutoFit/>
              </a:bodyPr>
              <a:lstStyle/>
              <a:p>
                <a:r>
                  <a:rPr lang="en-US" sz="1200" dirty="0"/>
                  <a:t>NOT INCLUDED IN THE SCRIPT (YET)</a:t>
                </a:r>
              </a:p>
              <a:p>
                <a:pPr marL="342900" indent="-342900">
                  <a:buFont typeface="+mj-lt"/>
                  <a:buAutoNum type="arabicPeriod"/>
                </a:pPr>
                <a14:m>
                  <m:oMath xmlns:m="http://schemas.openxmlformats.org/officeDocument/2006/math">
                    <m:acc>
                      <m:accPr>
                        <m:chr m:val="̇"/>
                        <m:ctrlPr>
                          <a:rPr lang="en-US" sz="1200" i="1">
                            <a:latin typeface="Cambria Math" panose="02040503050406030204" pitchFamily="18" charset="0"/>
                          </a:rPr>
                        </m:ctrlPr>
                      </m:accPr>
                      <m:e>
                        <m:sSub>
                          <m:sSubPr>
                            <m:ctrlPr>
                              <a:rPr lang="en-US" sz="1200" i="1">
                                <a:latin typeface="Cambria Math" panose="02040503050406030204" pitchFamily="18" charset="0"/>
                              </a:rPr>
                            </m:ctrlPr>
                          </m:sSubPr>
                          <m:e>
                            <m:acc>
                              <m:accPr>
                                <m:chr m:val="̇"/>
                                <m:ctrlPr>
                                  <a:rPr lang="en-US" sz="1200" i="1">
                                    <a:latin typeface="Cambria Math" panose="02040503050406030204" pitchFamily="18" charset="0"/>
                                  </a:rPr>
                                </m:ctrlPr>
                              </m:accPr>
                              <m:e>
                                <m:r>
                                  <a:rPr lang="en-US" sz="1200" i="1">
                                    <a:latin typeface="Cambria Math" panose="02040503050406030204" pitchFamily="18" charset="0"/>
                                  </a:rPr>
                                  <m:t>𝑖</m:t>
                                </m:r>
                              </m:e>
                            </m:acc>
                          </m:e>
                          <m:sub>
                            <m:r>
                              <a:rPr lang="en-US" sz="1200" b="0" i="1" smtClean="0">
                                <a:latin typeface="Cambria Math" panose="02040503050406030204" pitchFamily="18" charset="0"/>
                              </a:rPr>
                              <m:t>𝑔</m:t>
                            </m:r>
                            <m:r>
                              <a:rPr lang="en-US" sz="1200" i="1">
                                <a:latin typeface="Cambria Math" panose="02040503050406030204" pitchFamily="18" charset="0"/>
                              </a:rPr>
                              <m:t>,</m:t>
                            </m:r>
                            <m:r>
                              <a:rPr lang="en-US" sz="1200" i="1">
                                <a:latin typeface="Cambria Math" panose="02040503050406030204" pitchFamily="18" charset="0"/>
                              </a:rPr>
                              <m:t>𝑑</m:t>
                            </m:r>
                          </m:sub>
                        </m:sSub>
                      </m:e>
                    </m:acc>
                    <m:r>
                      <a:rPr lang="en-US" sz="1200" i="1">
                        <a:latin typeface="Cambria Math" panose="02040503050406030204" pitchFamily="18" charset="0"/>
                      </a:rPr>
                      <m:t>=</m:t>
                    </m:r>
                    <m:f>
                      <m:fPr>
                        <m:ctrlPr>
                          <a:rPr lang="en-US" sz="1200" i="1">
                            <a:latin typeface="Cambria Math" panose="02040503050406030204" pitchFamily="18" charset="0"/>
                          </a:rPr>
                        </m:ctrlPr>
                      </m:fPr>
                      <m:num>
                        <m:sSub>
                          <m:sSubPr>
                            <m:ctrlPr>
                              <a:rPr lang="en-US" sz="1200" i="1">
                                <a:latin typeface="Cambria Math" panose="02040503050406030204" pitchFamily="18" charset="0"/>
                              </a:rPr>
                            </m:ctrlPr>
                          </m:sSubPr>
                          <m:e>
                            <m:r>
                              <a:rPr lang="en-US" sz="1200" i="1">
                                <a:latin typeface="Cambria Math" panose="02040503050406030204" pitchFamily="18" charset="0"/>
                              </a:rPr>
                              <m:t>𝑣</m:t>
                            </m:r>
                          </m:e>
                          <m:sub>
                            <m:r>
                              <a:rPr lang="en-US" sz="1200" b="0" i="1" smtClean="0">
                                <a:latin typeface="Cambria Math" panose="02040503050406030204" pitchFamily="18" charset="0"/>
                              </a:rPr>
                              <m:t>𝐶</m:t>
                            </m:r>
                            <m:r>
                              <a:rPr lang="en-US" sz="1200" i="1">
                                <a:latin typeface="Cambria Math" panose="02040503050406030204" pitchFamily="18" charset="0"/>
                              </a:rPr>
                              <m:t>,</m:t>
                            </m:r>
                            <m:r>
                              <a:rPr lang="en-US" sz="1200" i="1">
                                <a:latin typeface="Cambria Math" panose="02040503050406030204" pitchFamily="18" charset="0"/>
                              </a:rPr>
                              <m:t>𝑑</m:t>
                            </m:r>
                          </m:sub>
                        </m:sSub>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𝑣</m:t>
                            </m:r>
                          </m:e>
                          <m:sub>
                            <m:r>
                              <a:rPr lang="en-US" sz="1200" b="0" i="1" smtClean="0">
                                <a:latin typeface="Cambria Math" panose="02040503050406030204" pitchFamily="18" charset="0"/>
                              </a:rPr>
                              <m:t>𝑔</m:t>
                            </m:r>
                            <m:r>
                              <a:rPr lang="en-US" sz="1200" i="1">
                                <a:latin typeface="Cambria Math" panose="02040503050406030204" pitchFamily="18" charset="0"/>
                              </a:rPr>
                              <m:t>,</m:t>
                            </m:r>
                            <m:r>
                              <a:rPr lang="en-US" sz="1200" i="1">
                                <a:latin typeface="Cambria Math" panose="02040503050406030204" pitchFamily="18" charset="0"/>
                              </a:rPr>
                              <m:t>𝑑</m:t>
                            </m:r>
                          </m:sub>
                        </m:sSub>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𝑅</m:t>
                            </m:r>
                          </m:e>
                          <m:sub>
                            <m:r>
                              <a:rPr lang="en-US" sz="1200" b="0" i="1" smtClean="0">
                                <a:latin typeface="Cambria Math" panose="02040503050406030204" pitchFamily="18" charset="0"/>
                              </a:rPr>
                              <m:t>𝑔</m:t>
                            </m:r>
                          </m:sub>
                        </m:sSub>
                        <m:sSub>
                          <m:sSubPr>
                            <m:ctrlPr>
                              <a:rPr lang="en-US" sz="1200" i="1">
                                <a:latin typeface="Cambria Math" panose="02040503050406030204" pitchFamily="18" charset="0"/>
                              </a:rPr>
                            </m:ctrlPr>
                          </m:sSubPr>
                          <m:e>
                            <m:r>
                              <a:rPr lang="en-US" sz="1200" i="1">
                                <a:latin typeface="Cambria Math" panose="02040503050406030204" pitchFamily="18" charset="0"/>
                              </a:rPr>
                              <m:t>𝑖</m:t>
                            </m:r>
                          </m:e>
                          <m:sub>
                            <m:r>
                              <a:rPr lang="en-US" sz="1200" b="0" i="1" smtClean="0">
                                <a:latin typeface="Cambria Math" panose="02040503050406030204" pitchFamily="18" charset="0"/>
                              </a:rPr>
                              <m:t>𝑔</m:t>
                            </m:r>
                            <m:r>
                              <a:rPr lang="en-US" sz="1200" i="1">
                                <a:latin typeface="Cambria Math" panose="02040503050406030204" pitchFamily="18" charset="0"/>
                              </a:rPr>
                              <m:t>,</m:t>
                            </m:r>
                            <m:r>
                              <a:rPr lang="en-US" sz="1200" i="1">
                                <a:latin typeface="Cambria Math" panose="02040503050406030204" pitchFamily="18" charset="0"/>
                              </a:rPr>
                              <m:t>𝑑</m:t>
                            </m:r>
                          </m:sub>
                        </m:sSub>
                      </m:num>
                      <m:den>
                        <m:r>
                          <a:rPr lang="en-US" sz="1200" i="1">
                            <a:latin typeface="Cambria Math" panose="02040503050406030204" pitchFamily="18" charset="0"/>
                          </a:rPr>
                          <m:t>𝐿</m:t>
                        </m:r>
                      </m:den>
                    </m:f>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𝜔</m:t>
                        </m:r>
                      </m:e>
                      <m:sub>
                        <m:r>
                          <a:rPr lang="en-US" sz="1200" i="1">
                            <a:latin typeface="Cambria Math" panose="02040503050406030204" pitchFamily="18" charset="0"/>
                          </a:rPr>
                          <m:t>0</m:t>
                        </m:r>
                      </m:sub>
                    </m:sSub>
                    <m:sSub>
                      <m:sSubPr>
                        <m:ctrlPr>
                          <a:rPr lang="en-US" sz="1200" i="1">
                            <a:latin typeface="Cambria Math" panose="02040503050406030204" pitchFamily="18" charset="0"/>
                          </a:rPr>
                        </m:ctrlPr>
                      </m:sSubPr>
                      <m:e>
                        <m:r>
                          <a:rPr lang="en-US" sz="1200" i="1">
                            <a:latin typeface="Cambria Math" panose="02040503050406030204" pitchFamily="18" charset="0"/>
                          </a:rPr>
                          <m:t>𝑖</m:t>
                        </m:r>
                      </m:e>
                      <m:sub>
                        <m:r>
                          <a:rPr lang="en-US" sz="1200" b="0" i="1" smtClean="0">
                            <a:latin typeface="Cambria Math" panose="02040503050406030204" pitchFamily="18" charset="0"/>
                          </a:rPr>
                          <m:t>𝑔</m:t>
                        </m:r>
                        <m:r>
                          <a:rPr lang="en-US" sz="1200" i="1">
                            <a:latin typeface="Cambria Math" panose="02040503050406030204" pitchFamily="18" charset="0"/>
                          </a:rPr>
                          <m:t>,</m:t>
                        </m:r>
                        <m:r>
                          <a:rPr lang="en-US" sz="1200" i="1">
                            <a:latin typeface="Cambria Math" panose="02040503050406030204" pitchFamily="18" charset="0"/>
                          </a:rPr>
                          <m:t>𝑞</m:t>
                        </m:r>
                      </m:sub>
                    </m:sSub>
                  </m:oMath>
                </a14:m>
                <a:endParaRPr lang="en-US" sz="1200" dirty="0"/>
              </a:p>
              <a:p>
                <a:pPr marL="342900" indent="-342900">
                  <a:buFont typeface="+mj-lt"/>
                  <a:buAutoNum type="arabicPeriod"/>
                </a:pPr>
                <a14:m>
                  <m:oMath xmlns:m="http://schemas.openxmlformats.org/officeDocument/2006/math">
                    <m:acc>
                      <m:accPr>
                        <m:chr m:val="̇"/>
                        <m:ctrlPr>
                          <a:rPr lang="en-US" sz="1200" i="1">
                            <a:latin typeface="Cambria Math" panose="02040503050406030204" pitchFamily="18" charset="0"/>
                          </a:rPr>
                        </m:ctrlPr>
                      </m:accPr>
                      <m:e>
                        <m:sSub>
                          <m:sSubPr>
                            <m:ctrlPr>
                              <a:rPr lang="en-US" sz="1200" i="1">
                                <a:latin typeface="Cambria Math" panose="02040503050406030204" pitchFamily="18" charset="0"/>
                              </a:rPr>
                            </m:ctrlPr>
                          </m:sSubPr>
                          <m:e>
                            <m:acc>
                              <m:accPr>
                                <m:chr m:val="̇"/>
                                <m:ctrlPr>
                                  <a:rPr lang="en-US" sz="1200" i="1">
                                    <a:latin typeface="Cambria Math" panose="02040503050406030204" pitchFamily="18" charset="0"/>
                                  </a:rPr>
                                </m:ctrlPr>
                              </m:accPr>
                              <m:e>
                                <m:r>
                                  <a:rPr lang="en-US" sz="1200" i="1">
                                    <a:latin typeface="Cambria Math" panose="02040503050406030204" pitchFamily="18" charset="0"/>
                                  </a:rPr>
                                  <m:t>𝑖</m:t>
                                </m:r>
                              </m:e>
                            </m:acc>
                          </m:e>
                          <m:sub>
                            <m:r>
                              <a:rPr lang="en-US" sz="1200" b="0" i="1" smtClean="0">
                                <a:latin typeface="Cambria Math" panose="02040503050406030204" pitchFamily="18" charset="0"/>
                              </a:rPr>
                              <m:t>𝑔</m:t>
                            </m:r>
                            <m:r>
                              <a:rPr lang="en-US" sz="1200" i="1">
                                <a:latin typeface="Cambria Math" panose="02040503050406030204" pitchFamily="18" charset="0"/>
                              </a:rPr>
                              <m:t>,</m:t>
                            </m:r>
                            <m:r>
                              <a:rPr lang="en-US" sz="1200" i="1">
                                <a:latin typeface="Cambria Math" panose="02040503050406030204" pitchFamily="18" charset="0"/>
                              </a:rPr>
                              <m:t>𝑞</m:t>
                            </m:r>
                          </m:sub>
                        </m:sSub>
                      </m:e>
                    </m:acc>
                    <m:r>
                      <a:rPr lang="en-US" sz="1200" i="1">
                        <a:latin typeface="Cambria Math" panose="02040503050406030204" pitchFamily="18" charset="0"/>
                      </a:rPr>
                      <m:t>=</m:t>
                    </m:r>
                    <m:f>
                      <m:fPr>
                        <m:ctrlPr>
                          <a:rPr lang="en-US" sz="1200" i="1">
                            <a:latin typeface="Cambria Math" panose="02040503050406030204" pitchFamily="18" charset="0"/>
                          </a:rPr>
                        </m:ctrlPr>
                      </m:fPr>
                      <m:num>
                        <m:sSub>
                          <m:sSubPr>
                            <m:ctrlPr>
                              <a:rPr lang="en-US" sz="1200" i="1">
                                <a:latin typeface="Cambria Math" panose="02040503050406030204" pitchFamily="18" charset="0"/>
                              </a:rPr>
                            </m:ctrlPr>
                          </m:sSubPr>
                          <m:e>
                            <m:r>
                              <a:rPr lang="en-US" sz="1200" i="1">
                                <a:latin typeface="Cambria Math" panose="02040503050406030204" pitchFamily="18" charset="0"/>
                              </a:rPr>
                              <m:t>𝑣</m:t>
                            </m:r>
                          </m:e>
                          <m:sub>
                            <m:r>
                              <a:rPr lang="en-US" sz="1200" b="0" i="1" smtClean="0">
                                <a:latin typeface="Cambria Math" panose="02040503050406030204" pitchFamily="18" charset="0"/>
                              </a:rPr>
                              <m:t>𝐶</m:t>
                            </m:r>
                            <m:r>
                              <a:rPr lang="en-US" sz="1200" i="1">
                                <a:latin typeface="Cambria Math" panose="02040503050406030204" pitchFamily="18" charset="0"/>
                              </a:rPr>
                              <m:t>,</m:t>
                            </m:r>
                            <m:r>
                              <a:rPr lang="en-US" sz="1200" i="1">
                                <a:latin typeface="Cambria Math" panose="02040503050406030204" pitchFamily="18" charset="0"/>
                              </a:rPr>
                              <m:t>𝑞</m:t>
                            </m:r>
                          </m:sub>
                        </m:sSub>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𝑣</m:t>
                            </m:r>
                          </m:e>
                          <m:sub>
                            <m:r>
                              <a:rPr lang="en-US" sz="1200" b="0" i="1" smtClean="0">
                                <a:latin typeface="Cambria Math" panose="02040503050406030204" pitchFamily="18" charset="0"/>
                              </a:rPr>
                              <m:t>𝑔</m:t>
                            </m:r>
                            <m:r>
                              <a:rPr lang="en-US" sz="1200" i="1">
                                <a:latin typeface="Cambria Math" panose="02040503050406030204" pitchFamily="18" charset="0"/>
                              </a:rPr>
                              <m:t>,</m:t>
                            </m:r>
                            <m:r>
                              <a:rPr lang="en-US" sz="1200" i="1">
                                <a:latin typeface="Cambria Math" panose="02040503050406030204" pitchFamily="18" charset="0"/>
                              </a:rPr>
                              <m:t>𝑞</m:t>
                            </m:r>
                          </m:sub>
                        </m:sSub>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𝑅</m:t>
                            </m:r>
                          </m:e>
                          <m:sub>
                            <m:r>
                              <a:rPr lang="en-US" sz="1200" b="0" i="1" smtClean="0">
                                <a:latin typeface="Cambria Math" panose="02040503050406030204" pitchFamily="18" charset="0"/>
                              </a:rPr>
                              <m:t>𝑔</m:t>
                            </m:r>
                          </m:sub>
                        </m:sSub>
                        <m:sSub>
                          <m:sSubPr>
                            <m:ctrlPr>
                              <a:rPr lang="en-US" sz="1200" i="1">
                                <a:latin typeface="Cambria Math" panose="02040503050406030204" pitchFamily="18" charset="0"/>
                              </a:rPr>
                            </m:ctrlPr>
                          </m:sSubPr>
                          <m:e>
                            <m:r>
                              <a:rPr lang="en-US" sz="1200" i="1">
                                <a:latin typeface="Cambria Math" panose="02040503050406030204" pitchFamily="18" charset="0"/>
                              </a:rPr>
                              <m:t>𝑖</m:t>
                            </m:r>
                          </m:e>
                          <m:sub>
                            <m:r>
                              <a:rPr lang="en-US" sz="1200" b="0" i="1" smtClean="0">
                                <a:latin typeface="Cambria Math" panose="02040503050406030204" pitchFamily="18" charset="0"/>
                              </a:rPr>
                              <m:t>𝑔</m:t>
                            </m:r>
                            <m:r>
                              <a:rPr lang="en-US" sz="1200" i="1">
                                <a:latin typeface="Cambria Math" panose="02040503050406030204" pitchFamily="18" charset="0"/>
                              </a:rPr>
                              <m:t>,</m:t>
                            </m:r>
                            <m:r>
                              <a:rPr lang="en-US" sz="1200" i="1">
                                <a:latin typeface="Cambria Math" panose="02040503050406030204" pitchFamily="18" charset="0"/>
                              </a:rPr>
                              <m:t>𝑞</m:t>
                            </m:r>
                          </m:sub>
                        </m:sSub>
                      </m:num>
                      <m:den>
                        <m:r>
                          <a:rPr lang="en-US" sz="1200" i="1">
                            <a:latin typeface="Cambria Math" panose="02040503050406030204" pitchFamily="18" charset="0"/>
                          </a:rPr>
                          <m:t>𝐿</m:t>
                        </m:r>
                      </m:den>
                    </m:f>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𝜔</m:t>
                        </m:r>
                      </m:e>
                      <m:sub>
                        <m:r>
                          <a:rPr lang="en-US" sz="1200" i="1">
                            <a:latin typeface="Cambria Math" panose="02040503050406030204" pitchFamily="18" charset="0"/>
                          </a:rPr>
                          <m:t>0</m:t>
                        </m:r>
                      </m:sub>
                    </m:sSub>
                    <m:sSub>
                      <m:sSubPr>
                        <m:ctrlPr>
                          <a:rPr lang="en-US" sz="1200" i="1">
                            <a:latin typeface="Cambria Math" panose="02040503050406030204" pitchFamily="18" charset="0"/>
                          </a:rPr>
                        </m:ctrlPr>
                      </m:sSubPr>
                      <m:e>
                        <m:r>
                          <a:rPr lang="en-US" sz="1200" i="1">
                            <a:latin typeface="Cambria Math" panose="02040503050406030204" pitchFamily="18" charset="0"/>
                          </a:rPr>
                          <m:t>𝑖</m:t>
                        </m:r>
                      </m:e>
                      <m:sub>
                        <m:r>
                          <a:rPr lang="en-US" sz="1200" b="0" i="1" smtClean="0">
                            <a:latin typeface="Cambria Math" panose="02040503050406030204" pitchFamily="18" charset="0"/>
                          </a:rPr>
                          <m:t>𝑔</m:t>
                        </m:r>
                        <m:r>
                          <a:rPr lang="en-US" sz="1200" i="1">
                            <a:latin typeface="Cambria Math" panose="02040503050406030204" pitchFamily="18" charset="0"/>
                          </a:rPr>
                          <m:t>,</m:t>
                        </m:r>
                        <m:r>
                          <a:rPr lang="en-US" sz="1200" i="1">
                            <a:latin typeface="Cambria Math" panose="02040503050406030204" pitchFamily="18" charset="0"/>
                          </a:rPr>
                          <m:t>𝑑</m:t>
                        </m:r>
                      </m:sub>
                    </m:sSub>
                  </m:oMath>
                </a14:m>
                <a:endParaRPr lang="en-US" sz="1200" dirty="0"/>
              </a:p>
              <a:p>
                <a:endParaRPr lang="en-US" sz="1200" dirty="0"/>
              </a:p>
            </p:txBody>
          </p:sp>
        </mc:Choice>
        <mc:Fallback xmlns="">
          <p:sp>
            <p:nvSpPr>
              <p:cNvPr id="7" name="TextBox 6">
                <a:extLst>
                  <a:ext uri="{FF2B5EF4-FFF2-40B4-BE49-F238E27FC236}">
                    <a16:creationId xmlns:a16="http://schemas.microsoft.com/office/drawing/2014/main" id="{DB574416-A289-3C27-084C-25A18DDCE370}"/>
                  </a:ext>
                </a:extLst>
              </p:cNvPr>
              <p:cNvSpPr txBox="1">
                <a:spLocks noRot="1" noChangeAspect="1" noMove="1" noResize="1" noEditPoints="1" noAdjustHandles="1" noChangeArrowheads="1" noChangeShapeType="1" noTextEdit="1"/>
              </p:cNvSpPr>
              <p:nvPr/>
            </p:nvSpPr>
            <p:spPr>
              <a:xfrm>
                <a:off x="7659704" y="2851553"/>
                <a:ext cx="2412263" cy="920317"/>
              </a:xfrm>
              <a:prstGeom prst="rect">
                <a:avLst/>
              </a:prstGeom>
              <a:blipFill>
                <a:blip r:embed="rId6"/>
                <a:stretch>
                  <a:fillRect l="-4051" t="-5298" r="-2785"/>
                </a:stretch>
              </a:blipFill>
            </p:spPr>
            <p:txBody>
              <a:bodyPr/>
              <a:lstStyle/>
              <a:p>
                <a:r>
                  <a:rPr lang="en-US">
                    <a:noFill/>
                  </a:rPr>
                  <a:t> </a:t>
                </a:r>
              </a:p>
            </p:txBody>
          </p:sp>
        </mc:Fallback>
      </mc:AlternateContent>
    </p:spTree>
    <p:extLst>
      <p:ext uri="{BB962C8B-B14F-4D97-AF65-F5344CB8AC3E}">
        <p14:creationId xmlns:p14="http://schemas.microsoft.com/office/powerpoint/2010/main" val="41622211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23108-E0FB-BC60-562F-02760DD0ABB5}"/>
            </a:ext>
          </a:extLst>
        </p:cNvPr>
        <p:cNvGrpSpPr/>
        <p:nvPr/>
      </p:nvGrpSpPr>
      <p:grpSpPr>
        <a:xfrm>
          <a:off x="0" y="0"/>
          <a:ext cx="0" cy="0"/>
          <a:chOff x="0" y="0"/>
          <a:chExt cx="0" cy="0"/>
        </a:xfrm>
      </p:grpSpPr>
      <p:grpSp>
        <p:nvGrpSpPr>
          <p:cNvPr id="10" name="Group 9">
            <a:extLst>
              <a:ext uri="{FF2B5EF4-FFF2-40B4-BE49-F238E27FC236}">
                <a16:creationId xmlns:a16="http://schemas.microsoft.com/office/drawing/2014/main" id="{61F610B0-A33A-B594-4EEC-B64CF1305E80}"/>
              </a:ext>
            </a:extLst>
          </p:cNvPr>
          <p:cNvGrpSpPr/>
          <p:nvPr/>
        </p:nvGrpSpPr>
        <p:grpSpPr>
          <a:xfrm>
            <a:off x="609600" y="995159"/>
            <a:ext cx="8457658" cy="4358103"/>
            <a:chOff x="609600" y="768915"/>
            <a:chExt cx="11583213" cy="5608238"/>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A811ECB9-24F9-6724-8602-1A3D14B4C057}"/>
                    </a:ext>
                  </a:extLst>
                </p:cNvPr>
                <p:cNvSpPr txBox="1"/>
                <p:nvPr/>
              </p:nvSpPr>
              <p:spPr>
                <a:xfrm>
                  <a:off x="609600" y="938381"/>
                  <a:ext cx="5486400" cy="5438772"/>
                </a:xfrm>
                <a:prstGeom prst="rect">
                  <a:avLst/>
                </a:prstGeom>
                <a:noFill/>
              </p:spPr>
              <p:txBody>
                <a:bodyPr wrap="square" lIns="0" tIns="0" rIns="0" bIns="0" rtlCol="0">
                  <a:spAutoFit/>
                </a:bodyPr>
                <a:lstStyle/>
                <a:p>
                  <a:pPr marL="342900" indent="-342900">
                    <a:buFont typeface="+mj-lt"/>
                    <a:buAutoNum type="arabicPeriod"/>
                  </a:pPr>
                  <a14:m>
                    <m:oMath xmlns:m="http://schemas.openxmlformats.org/officeDocument/2006/math">
                      <m:sSub>
                        <m:sSubPr>
                          <m:ctrlPr>
                            <a:rPr lang="en-US" sz="1200" b="0" i="1" smtClean="0">
                              <a:latin typeface="Cambria Math" panose="02040503050406030204" pitchFamily="18" charset="0"/>
                            </a:rPr>
                          </m:ctrlPr>
                        </m:sSubPr>
                        <m:e>
                          <m:acc>
                            <m:accPr>
                              <m:chr m:val="̇"/>
                              <m:ctrlPr>
                                <a:rPr lang="en-US" sz="1200" b="0" i="1" smtClean="0">
                                  <a:latin typeface="Cambria Math" panose="02040503050406030204" pitchFamily="18" charset="0"/>
                                </a:rPr>
                              </m:ctrlPr>
                            </m:accPr>
                            <m:e>
                              <m:r>
                                <a:rPr lang="en-US" sz="1200" b="0" i="1" smtClean="0">
                                  <a:latin typeface="Cambria Math" panose="02040503050406030204" pitchFamily="18" charset="0"/>
                                </a:rPr>
                                <m:t>𝑣</m:t>
                              </m:r>
                            </m:e>
                          </m:acc>
                        </m:e>
                        <m:sub>
                          <m:r>
                            <a:rPr lang="en-US" sz="1200" b="0" i="1" smtClean="0">
                              <a:latin typeface="Cambria Math" panose="02040503050406030204" pitchFamily="18" charset="0"/>
                            </a:rPr>
                            <m:t>𝛼</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𝑘</m:t>
                          </m:r>
                        </m:e>
                        <m:sub>
                          <m:r>
                            <a:rPr lang="en-US" sz="1200" b="0" i="1" smtClean="0">
                              <a:latin typeface="Cambria Math" panose="02040503050406030204" pitchFamily="18" charset="0"/>
                            </a:rPr>
                            <m:t>𝑣</m:t>
                          </m:r>
                        </m:sub>
                      </m:sSub>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𝜔</m:t>
                          </m:r>
                        </m:e>
                        <m:sub>
                          <m:r>
                            <a:rPr lang="en-US" sz="1200" b="0" i="1" smtClean="0">
                              <a:latin typeface="Cambria Math" panose="02040503050406030204" pitchFamily="18" charset="0"/>
                            </a:rPr>
                            <m:t>0</m:t>
                          </m:r>
                        </m:sub>
                      </m:sSub>
                      <m:d>
                        <m:dPr>
                          <m:ctrlPr>
                            <a:rPr lang="en-US" sz="1200" b="0" i="1" smtClean="0">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𝑣</m:t>
                              </m:r>
                            </m:e>
                            <m:sub>
                              <m:r>
                                <a:rPr lang="en-US" sz="1200" b="0" i="1" smtClean="0">
                                  <a:latin typeface="Cambria Math" panose="02040503050406030204" pitchFamily="18" charset="0"/>
                                </a:rPr>
                                <m:t>𝐶</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𝑣</m:t>
                              </m:r>
                            </m:e>
                            <m:sub>
                              <m:r>
                                <a:rPr lang="en-US" sz="1200" b="0" i="1" smtClean="0">
                                  <a:latin typeface="Cambria Math" panose="02040503050406030204" pitchFamily="18" charset="0"/>
                                </a:rPr>
                                <m:t>𝛼</m:t>
                              </m:r>
                            </m:sub>
                          </m:sSub>
                        </m:e>
                      </m:d>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𝜔</m:t>
                          </m:r>
                        </m:e>
                        <m:sub>
                          <m:r>
                            <a:rPr lang="en-US" sz="1200" b="0" i="1" smtClean="0">
                              <a:latin typeface="Cambria Math" panose="02040503050406030204" pitchFamily="18" charset="0"/>
                            </a:rPr>
                            <m:t>0</m:t>
                          </m:r>
                        </m:sub>
                      </m:sSub>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𝑣</m:t>
                          </m:r>
                        </m:e>
                        <m:sub>
                          <m:r>
                            <a:rPr lang="en-US" sz="1200" b="0" i="1" smtClean="0">
                              <a:latin typeface="Cambria Math" panose="02040503050406030204" pitchFamily="18" charset="0"/>
                            </a:rPr>
                            <m:t>𝛽</m:t>
                          </m:r>
                        </m:sub>
                      </m:sSub>
                    </m:oMath>
                  </a14:m>
                  <a:endParaRPr lang="en-US" sz="1200" dirty="0"/>
                </a:p>
                <a:p>
                  <a:pPr marL="342900" indent="-342900">
                    <a:buFont typeface="+mj-lt"/>
                    <a:buAutoNum type="arabicPeriod"/>
                  </a:pPr>
                  <a14:m>
                    <m:oMath xmlns:m="http://schemas.openxmlformats.org/officeDocument/2006/math">
                      <m:sSub>
                        <m:sSubPr>
                          <m:ctrlPr>
                            <a:rPr lang="en-US" sz="1200" b="0" i="1" smtClean="0">
                              <a:latin typeface="Cambria Math" panose="02040503050406030204" pitchFamily="18" charset="0"/>
                            </a:rPr>
                          </m:ctrlPr>
                        </m:sSubPr>
                        <m:e>
                          <m:acc>
                            <m:accPr>
                              <m:chr m:val="̇"/>
                              <m:ctrlPr>
                                <a:rPr lang="en-US" sz="1200" b="0" i="1" smtClean="0">
                                  <a:latin typeface="Cambria Math" panose="02040503050406030204" pitchFamily="18" charset="0"/>
                                </a:rPr>
                              </m:ctrlPr>
                            </m:accPr>
                            <m:e>
                              <m:r>
                                <a:rPr lang="en-US" sz="1200" b="0" i="1" smtClean="0">
                                  <a:latin typeface="Cambria Math" panose="02040503050406030204" pitchFamily="18" charset="0"/>
                                </a:rPr>
                                <m:t>𝑣</m:t>
                              </m:r>
                            </m:e>
                          </m:acc>
                        </m:e>
                        <m:sub>
                          <m:r>
                            <a:rPr lang="en-US" sz="1200" b="0" i="1" smtClean="0">
                              <a:latin typeface="Cambria Math" panose="02040503050406030204" pitchFamily="18" charset="0"/>
                            </a:rPr>
                            <m:t>𝛽</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𝜔</m:t>
                          </m:r>
                        </m:e>
                        <m:sub>
                          <m:r>
                            <a:rPr lang="en-US" sz="1200" b="0" i="1" smtClean="0">
                              <a:latin typeface="Cambria Math" panose="02040503050406030204" pitchFamily="18" charset="0"/>
                            </a:rPr>
                            <m:t>0</m:t>
                          </m:r>
                        </m:sub>
                      </m:sSub>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𝑣</m:t>
                          </m:r>
                        </m:e>
                        <m:sub>
                          <m:r>
                            <a:rPr lang="en-US" sz="1200" b="0" i="1" smtClean="0">
                              <a:latin typeface="Cambria Math" panose="02040503050406030204" pitchFamily="18" charset="0"/>
                            </a:rPr>
                            <m:t>𝛼</m:t>
                          </m:r>
                        </m:sub>
                      </m:sSub>
                    </m:oMath>
                  </a14:m>
                  <a:endParaRPr lang="en-US" sz="1200" b="0" dirty="0"/>
                </a:p>
                <a:p>
                  <a:pPr marL="342900" indent="-342900">
                    <a:buFont typeface="+mj-lt"/>
                    <a:buAutoNum type="arabicPeriod"/>
                  </a:pPr>
                  <a14:m>
                    <m:oMath xmlns:m="http://schemas.openxmlformats.org/officeDocument/2006/math">
                      <m:acc>
                        <m:accPr>
                          <m:chr m:val="̇"/>
                          <m:ctrlPr>
                            <a:rPr lang="en-US" sz="1200" b="0" i="1" smtClean="0">
                              <a:latin typeface="Cambria Math" panose="02040503050406030204" pitchFamily="18" charset="0"/>
                            </a:rPr>
                          </m:ctrlPr>
                        </m:accPr>
                        <m:e>
                          <m:r>
                            <a:rPr lang="en-US" sz="1200" b="0" i="1" smtClean="0">
                              <a:latin typeface="Cambria Math" panose="02040503050406030204" pitchFamily="18" charset="0"/>
                            </a:rPr>
                            <m:t>𝜃</m:t>
                          </m:r>
                        </m:e>
                      </m:acc>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𝜔</m:t>
                          </m:r>
                        </m:e>
                        <m:sub>
                          <m:r>
                            <a:rPr lang="en-US" sz="1200" b="0" i="1" smtClean="0">
                              <a:latin typeface="Cambria Math" panose="02040503050406030204" pitchFamily="18" charset="0"/>
                            </a:rPr>
                            <m:t>0</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𝑘</m:t>
                          </m:r>
                        </m:e>
                        <m:sub>
                          <m:r>
                            <a:rPr lang="en-US" sz="1200" b="0" i="1" smtClean="0">
                              <a:latin typeface="Cambria Math" panose="02040503050406030204" pitchFamily="18" charset="0"/>
                            </a:rPr>
                            <m:t>1</m:t>
                          </m:r>
                        </m:sub>
                      </m:sSub>
                      <m:sSub>
                        <m:sSubPr>
                          <m:ctrlPr>
                            <a:rPr lang="en-US" sz="1200" b="0" i="1" smtClean="0">
                              <a:latin typeface="Cambria Math" panose="02040503050406030204" pitchFamily="18" charset="0"/>
                            </a:rPr>
                          </m:ctrlPr>
                        </m:sSubPr>
                        <m:e>
                          <m:acc>
                            <m:accPr>
                              <m:chr m:val="̂"/>
                              <m:ctrlPr>
                                <a:rPr lang="en-US" sz="1200" b="0" i="1" smtClean="0">
                                  <a:latin typeface="Cambria Math" panose="02040503050406030204" pitchFamily="18" charset="0"/>
                                </a:rPr>
                              </m:ctrlPr>
                            </m:accPr>
                            <m:e>
                              <m:r>
                                <a:rPr lang="en-US" sz="1200" i="1">
                                  <a:latin typeface="Cambria Math" panose="02040503050406030204" pitchFamily="18" charset="0"/>
                                </a:rPr>
                                <m:t>𝑣</m:t>
                              </m:r>
                            </m:e>
                          </m:acc>
                        </m:e>
                        <m:sub>
                          <m:r>
                            <a:rPr lang="en-US" sz="1200" b="0" i="1" smtClean="0">
                              <a:latin typeface="Cambria Math" panose="02040503050406030204" pitchFamily="18" charset="0"/>
                            </a:rPr>
                            <m:t>𝑞</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𝑘</m:t>
                          </m:r>
                        </m:e>
                        <m:sub>
                          <m:r>
                            <a:rPr lang="en-US" sz="1200" b="0" i="1" smtClean="0">
                              <a:latin typeface="Cambria Math" panose="02040503050406030204" pitchFamily="18" charset="0"/>
                            </a:rPr>
                            <m:t>2</m:t>
                          </m:r>
                        </m:sub>
                      </m:sSub>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𝑒</m:t>
                          </m:r>
                        </m:e>
                        <m:sub>
                          <m:r>
                            <a:rPr lang="en-US" sz="1200" b="0" i="1" smtClean="0">
                              <a:latin typeface="Cambria Math" panose="02040503050406030204" pitchFamily="18" charset="0"/>
                            </a:rPr>
                            <m:t>2</m:t>
                          </m:r>
                        </m:sub>
                      </m:sSub>
                    </m:oMath>
                  </a14:m>
                  <a:endParaRPr lang="en-US" sz="1200" b="0" dirty="0"/>
                </a:p>
                <a:p>
                  <a:pPr marL="342900" indent="-342900">
                    <a:buFont typeface="+mj-lt"/>
                    <a:buAutoNum type="arabicPeriod"/>
                  </a:pPr>
                  <a:endParaRPr lang="en-US" sz="1200" b="0" dirty="0"/>
                </a:p>
                <a:p>
                  <a:pPr marL="342900" indent="-342900">
                    <a:buFont typeface="+mj-lt"/>
                    <a:buAutoNum type="arabicPeriod"/>
                  </a:pPr>
                  <a14:m>
                    <m:oMath xmlns:m="http://schemas.openxmlformats.org/officeDocument/2006/math">
                      <m:acc>
                        <m:accPr>
                          <m:chr m:val="̇"/>
                          <m:ctrlPr>
                            <a:rPr lang="en-US" sz="1200" b="0" i="1" smtClean="0">
                              <a:latin typeface="Cambria Math" panose="02040503050406030204" pitchFamily="18" charset="0"/>
                            </a:rPr>
                          </m:ctrlPr>
                        </m:accPr>
                        <m:e>
                          <m:sSub>
                            <m:sSubPr>
                              <m:ctrlPr>
                                <a:rPr lang="en-US" sz="1200" i="1">
                                  <a:latin typeface="Cambria Math" panose="02040503050406030204" pitchFamily="18" charset="0"/>
                                </a:rPr>
                              </m:ctrlPr>
                            </m:sSubPr>
                            <m:e>
                              <m:acc>
                                <m:accPr>
                                  <m:chr m:val="̇"/>
                                  <m:ctrlPr>
                                    <a:rPr lang="en-US" sz="1200" i="1">
                                      <a:latin typeface="Cambria Math" panose="02040503050406030204" pitchFamily="18" charset="0"/>
                                    </a:rPr>
                                  </m:ctrlPr>
                                </m:accPr>
                                <m:e>
                                  <m:r>
                                    <a:rPr lang="en-US" sz="1200" i="1">
                                      <a:latin typeface="Cambria Math" panose="02040503050406030204" pitchFamily="18" charset="0"/>
                                    </a:rPr>
                                    <m:t>𝑖</m:t>
                                  </m:r>
                                </m:e>
                              </m:acc>
                            </m:e>
                            <m:sub>
                              <m:r>
                                <a:rPr lang="en-US" sz="1200" i="1">
                                  <a:latin typeface="Cambria Math" panose="02040503050406030204" pitchFamily="18" charset="0"/>
                                </a:rPr>
                                <m:t>𝛼</m:t>
                              </m:r>
                            </m:sub>
                          </m:sSub>
                        </m:e>
                      </m:acc>
                      <m:r>
                        <a:rPr lang="en-US" sz="1200" b="0" i="1" smtClean="0">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𝑘</m:t>
                          </m:r>
                        </m:e>
                        <m:sub>
                          <m:r>
                            <a:rPr lang="en-US" sz="1200" b="0" i="1" smtClean="0">
                              <a:latin typeface="Cambria Math" panose="02040503050406030204" pitchFamily="18" charset="0"/>
                            </a:rPr>
                            <m:t>𝑖</m:t>
                          </m:r>
                        </m:sub>
                      </m:sSub>
                      <m:sSub>
                        <m:sSubPr>
                          <m:ctrlPr>
                            <a:rPr lang="en-US" sz="1200" i="1">
                              <a:latin typeface="Cambria Math" panose="02040503050406030204" pitchFamily="18" charset="0"/>
                            </a:rPr>
                          </m:ctrlPr>
                        </m:sSubPr>
                        <m:e>
                          <m:r>
                            <a:rPr lang="en-US" sz="1200" i="1">
                              <a:latin typeface="Cambria Math" panose="02040503050406030204" pitchFamily="18" charset="0"/>
                            </a:rPr>
                            <m:t>𝜔</m:t>
                          </m:r>
                        </m:e>
                        <m:sub>
                          <m:r>
                            <a:rPr lang="en-US" sz="1200" i="1">
                              <a:latin typeface="Cambria Math" panose="02040503050406030204" pitchFamily="18" charset="0"/>
                            </a:rPr>
                            <m:t>0</m:t>
                          </m:r>
                        </m:sub>
                      </m:sSub>
                      <m:d>
                        <m:dPr>
                          <m:ctrlPr>
                            <a:rPr lang="en-US" sz="1200" i="1">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𝑖</m:t>
                              </m:r>
                            </m:e>
                            <m:sub>
                              <m:r>
                                <a:rPr lang="en-US" sz="1200" b="0" i="1" smtClean="0">
                                  <a:latin typeface="Cambria Math" panose="02040503050406030204" pitchFamily="18" charset="0"/>
                                </a:rPr>
                                <m:t>𝐿</m:t>
                              </m:r>
                            </m:sub>
                          </m:sSub>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b="0" i="1" smtClean="0">
                                  <a:latin typeface="Cambria Math" panose="02040503050406030204" pitchFamily="18" charset="0"/>
                                </a:rPr>
                                <m:t>𝑖</m:t>
                              </m:r>
                            </m:e>
                            <m:sub>
                              <m:r>
                                <a:rPr lang="en-US" sz="1200" i="1">
                                  <a:latin typeface="Cambria Math" panose="02040503050406030204" pitchFamily="18" charset="0"/>
                                </a:rPr>
                                <m:t>𝛼</m:t>
                              </m:r>
                            </m:sub>
                          </m:sSub>
                        </m:e>
                      </m:d>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𝜔</m:t>
                          </m:r>
                        </m:e>
                        <m:sub>
                          <m:r>
                            <a:rPr lang="en-US" sz="1200" i="1">
                              <a:latin typeface="Cambria Math" panose="02040503050406030204" pitchFamily="18" charset="0"/>
                            </a:rPr>
                            <m:t>0</m:t>
                          </m:r>
                        </m:sub>
                      </m:sSub>
                      <m:sSub>
                        <m:sSubPr>
                          <m:ctrlPr>
                            <a:rPr lang="en-US" sz="1200" i="1">
                              <a:latin typeface="Cambria Math" panose="02040503050406030204" pitchFamily="18" charset="0"/>
                            </a:rPr>
                          </m:ctrlPr>
                        </m:sSubPr>
                        <m:e>
                          <m:r>
                            <a:rPr lang="en-US" sz="1200" b="0" i="1" smtClean="0">
                              <a:latin typeface="Cambria Math" panose="02040503050406030204" pitchFamily="18" charset="0"/>
                            </a:rPr>
                            <m:t>𝑖</m:t>
                          </m:r>
                        </m:e>
                        <m:sub>
                          <m:r>
                            <a:rPr lang="en-US" sz="1200" i="1">
                              <a:latin typeface="Cambria Math" panose="02040503050406030204" pitchFamily="18" charset="0"/>
                            </a:rPr>
                            <m:t>𝛽</m:t>
                          </m:r>
                        </m:sub>
                      </m:sSub>
                    </m:oMath>
                  </a14:m>
                  <a:endParaRPr lang="en-US" sz="1200" dirty="0"/>
                </a:p>
                <a:p>
                  <a:pPr marL="342900" indent="-342900">
                    <a:buFont typeface="+mj-lt"/>
                    <a:buAutoNum type="arabicPeriod"/>
                  </a:pPr>
                  <a14:m>
                    <m:oMath xmlns:m="http://schemas.openxmlformats.org/officeDocument/2006/math">
                      <m:acc>
                        <m:accPr>
                          <m:chr m:val="̇"/>
                          <m:ctrlPr>
                            <a:rPr lang="en-US" sz="1200" i="1">
                              <a:latin typeface="Cambria Math" panose="02040503050406030204" pitchFamily="18" charset="0"/>
                            </a:rPr>
                          </m:ctrlPr>
                        </m:accPr>
                        <m:e>
                          <m:sSub>
                            <m:sSubPr>
                              <m:ctrlPr>
                                <a:rPr lang="en-US" sz="1200" i="1">
                                  <a:latin typeface="Cambria Math" panose="02040503050406030204" pitchFamily="18" charset="0"/>
                                </a:rPr>
                              </m:ctrlPr>
                            </m:sSubPr>
                            <m:e>
                              <m:acc>
                                <m:accPr>
                                  <m:chr m:val="̇"/>
                                  <m:ctrlPr>
                                    <a:rPr lang="en-US" sz="1200" i="1">
                                      <a:latin typeface="Cambria Math" panose="02040503050406030204" pitchFamily="18" charset="0"/>
                                    </a:rPr>
                                  </m:ctrlPr>
                                </m:accPr>
                                <m:e>
                                  <m:r>
                                    <a:rPr lang="en-US" sz="1200" i="1">
                                      <a:latin typeface="Cambria Math" panose="02040503050406030204" pitchFamily="18" charset="0"/>
                                    </a:rPr>
                                    <m:t>𝑖</m:t>
                                  </m:r>
                                </m:e>
                              </m:acc>
                            </m:e>
                            <m:sub>
                              <m:r>
                                <a:rPr lang="en-US" sz="1200" b="0" i="1" smtClean="0">
                                  <a:latin typeface="Cambria Math" panose="02040503050406030204" pitchFamily="18" charset="0"/>
                                </a:rPr>
                                <m:t>𝛽</m:t>
                              </m:r>
                            </m:sub>
                          </m:sSub>
                        </m:e>
                      </m:acc>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𝜔</m:t>
                          </m:r>
                        </m:e>
                        <m:sub>
                          <m:r>
                            <a:rPr lang="en-US" sz="1200" i="1">
                              <a:latin typeface="Cambria Math" panose="02040503050406030204" pitchFamily="18" charset="0"/>
                            </a:rPr>
                            <m:t>0</m:t>
                          </m:r>
                        </m:sub>
                      </m:sSub>
                      <m:sSub>
                        <m:sSubPr>
                          <m:ctrlPr>
                            <a:rPr lang="en-US" sz="1200" i="1">
                              <a:latin typeface="Cambria Math" panose="02040503050406030204" pitchFamily="18" charset="0"/>
                            </a:rPr>
                          </m:ctrlPr>
                        </m:sSubPr>
                        <m:e>
                          <m:r>
                            <a:rPr lang="en-US" sz="1200" b="0" i="1" smtClean="0">
                              <a:latin typeface="Cambria Math" panose="02040503050406030204" pitchFamily="18" charset="0"/>
                            </a:rPr>
                            <m:t>𝑖</m:t>
                          </m:r>
                        </m:e>
                        <m:sub>
                          <m:r>
                            <a:rPr lang="en-US" sz="1200" i="1">
                              <a:latin typeface="Cambria Math" panose="02040503050406030204" pitchFamily="18" charset="0"/>
                            </a:rPr>
                            <m:t>𝛼</m:t>
                          </m:r>
                        </m:sub>
                      </m:sSub>
                    </m:oMath>
                  </a14:m>
                  <a:endParaRPr lang="en-US" sz="1200" dirty="0"/>
                </a:p>
                <a:p>
                  <a:pPr marL="342900" indent="-342900">
                    <a:buFont typeface="+mj-lt"/>
                    <a:buAutoNum type="arabicPeriod"/>
                  </a:pPr>
                  <a:endParaRPr lang="en-US" sz="1200" dirty="0"/>
                </a:p>
                <a:p>
                  <a:pPr marL="342900" indent="-342900">
                    <a:buFont typeface="+mj-lt"/>
                    <a:buAutoNum type="arabicPeriod"/>
                  </a:pPr>
                  <a14:m>
                    <m:oMath xmlns:m="http://schemas.openxmlformats.org/officeDocument/2006/math">
                      <m:sSub>
                        <m:sSubPr>
                          <m:ctrlPr>
                            <a:rPr lang="en-US" sz="1200" b="0" i="1" strike="sngStrike" smtClean="0">
                              <a:latin typeface="Cambria Math" panose="02040503050406030204" pitchFamily="18" charset="0"/>
                            </a:rPr>
                          </m:ctrlPr>
                        </m:sSubPr>
                        <m:e>
                          <m:acc>
                            <m:accPr>
                              <m:chr m:val="̇"/>
                              <m:ctrlPr>
                                <a:rPr lang="en-US" sz="1200" b="0" i="1" strike="sngStrike" smtClean="0">
                                  <a:latin typeface="Cambria Math" panose="02040503050406030204" pitchFamily="18" charset="0"/>
                                </a:rPr>
                              </m:ctrlPr>
                            </m:accPr>
                            <m:e>
                              <m:r>
                                <a:rPr lang="en-US" sz="1200" b="0" i="1" strike="sngStrike" smtClean="0">
                                  <a:latin typeface="Cambria Math" panose="02040503050406030204" pitchFamily="18" charset="0"/>
                                </a:rPr>
                                <m:t>𝑒</m:t>
                              </m:r>
                            </m:e>
                          </m:acc>
                        </m:e>
                        <m:sub>
                          <m:r>
                            <a:rPr lang="en-US" sz="1200" b="0" i="1" strike="sngStrike" smtClean="0">
                              <a:latin typeface="Cambria Math" panose="02040503050406030204" pitchFamily="18" charset="0"/>
                            </a:rPr>
                            <m:t>3</m:t>
                          </m:r>
                        </m:sub>
                      </m:sSub>
                      <m:r>
                        <a:rPr lang="en-US" sz="1200" b="0" i="1" strike="sngStrike" smtClean="0">
                          <a:latin typeface="Cambria Math" panose="02040503050406030204" pitchFamily="18" charset="0"/>
                        </a:rPr>
                        <m:t>=</m:t>
                      </m:r>
                      <m:sSubSup>
                        <m:sSubSupPr>
                          <m:ctrlPr>
                            <a:rPr lang="en-US" sz="1200" b="0" i="1" strike="sngStrike" smtClean="0">
                              <a:latin typeface="Cambria Math" panose="02040503050406030204" pitchFamily="18" charset="0"/>
                            </a:rPr>
                          </m:ctrlPr>
                        </m:sSubSupPr>
                        <m:e>
                          <m:r>
                            <a:rPr lang="en-US" sz="1200" b="0" i="1" strike="sngStrike" smtClean="0">
                              <a:latin typeface="Cambria Math" panose="02040503050406030204" pitchFamily="18" charset="0"/>
                            </a:rPr>
                            <m:t>𝑣</m:t>
                          </m:r>
                        </m:e>
                        <m:sub>
                          <m:r>
                            <a:rPr lang="en-US" sz="1200" b="0" i="1" strike="sngStrike" smtClean="0">
                              <a:latin typeface="Cambria Math" panose="02040503050406030204" pitchFamily="18" charset="0"/>
                            </a:rPr>
                            <m:t>𝑑𝑐</m:t>
                          </m:r>
                        </m:sub>
                        <m:sup>
                          <m:r>
                            <a:rPr lang="en-US" sz="1200" b="0" i="1" strike="sngStrike" smtClean="0">
                              <a:latin typeface="Cambria Math" panose="02040503050406030204" pitchFamily="18" charset="0"/>
                            </a:rPr>
                            <m:t>∗</m:t>
                          </m:r>
                        </m:sup>
                      </m:sSubSup>
                      <m:r>
                        <a:rPr lang="en-US" sz="1200" b="0" i="1" strike="sngStrike" smtClean="0">
                          <a:latin typeface="Cambria Math" panose="02040503050406030204" pitchFamily="18" charset="0"/>
                        </a:rPr>
                        <m:t>−</m:t>
                      </m:r>
                      <m:sSub>
                        <m:sSubPr>
                          <m:ctrlPr>
                            <a:rPr lang="en-US" sz="1200" b="0" i="1" strike="sngStrike" smtClean="0">
                              <a:latin typeface="Cambria Math" panose="02040503050406030204" pitchFamily="18" charset="0"/>
                            </a:rPr>
                          </m:ctrlPr>
                        </m:sSubPr>
                        <m:e>
                          <m:r>
                            <a:rPr lang="en-US" sz="1200" b="0" i="1" strike="sngStrike" smtClean="0">
                              <a:latin typeface="Cambria Math" panose="02040503050406030204" pitchFamily="18" charset="0"/>
                            </a:rPr>
                            <m:t>𝑣</m:t>
                          </m:r>
                        </m:e>
                        <m:sub>
                          <m:r>
                            <a:rPr lang="en-US" sz="1200" b="0" i="1" strike="sngStrike" smtClean="0">
                              <a:latin typeface="Cambria Math" panose="02040503050406030204" pitchFamily="18" charset="0"/>
                            </a:rPr>
                            <m:t>𝑑𝑐</m:t>
                          </m:r>
                        </m:sub>
                      </m:sSub>
                    </m:oMath>
                  </a14:m>
                  <a:endParaRPr lang="en-US" sz="1200" b="0" strike="sngStrike" dirty="0"/>
                </a:p>
                <a:p>
                  <a:pPr marL="342900" indent="-342900">
                    <a:buFont typeface="+mj-lt"/>
                    <a:buAutoNum type="arabicPeriod"/>
                  </a:pPr>
                  <a14:m>
                    <m:oMath xmlns:m="http://schemas.openxmlformats.org/officeDocument/2006/math">
                      <m:sSub>
                        <m:sSubPr>
                          <m:ctrlPr>
                            <a:rPr lang="en-US" sz="1200" i="1">
                              <a:latin typeface="Cambria Math" panose="02040503050406030204" pitchFamily="18" charset="0"/>
                            </a:rPr>
                          </m:ctrlPr>
                        </m:sSubPr>
                        <m:e>
                          <m:acc>
                            <m:accPr>
                              <m:chr m:val="̇"/>
                              <m:ctrlPr>
                                <a:rPr lang="en-US" sz="1200" i="1">
                                  <a:latin typeface="Cambria Math" panose="02040503050406030204" pitchFamily="18" charset="0"/>
                                </a:rPr>
                              </m:ctrlPr>
                            </m:accPr>
                            <m:e>
                              <m:r>
                                <a:rPr lang="en-US" sz="1200" i="1">
                                  <a:latin typeface="Cambria Math" panose="02040503050406030204" pitchFamily="18" charset="0"/>
                                </a:rPr>
                                <m:t>𝑒</m:t>
                              </m:r>
                            </m:e>
                          </m:acc>
                        </m:e>
                        <m:sub>
                          <m:r>
                            <a:rPr lang="en-US" sz="1200" b="0" i="1" smtClean="0">
                              <a:latin typeface="Cambria Math" panose="02040503050406030204" pitchFamily="18" charset="0"/>
                            </a:rPr>
                            <m:t>4</m:t>
                          </m:r>
                        </m:sub>
                      </m:sSub>
                      <m:r>
                        <a:rPr lang="en-US" sz="1200" i="1">
                          <a:latin typeface="Cambria Math" panose="02040503050406030204" pitchFamily="18" charset="0"/>
                        </a:rPr>
                        <m:t>=</m:t>
                      </m:r>
                      <m:sSubSup>
                        <m:sSubSupPr>
                          <m:ctrlPr>
                            <a:rPr lang="en-US" sz="1200" i="1">
                              <a:latin typeface="Cambria Math" panose="02040503050406030204" pitchFamily="18" charset="0"/>
                            </a:rPr>
                          </m:ctrlPr>
                        </m:sSubSupPr>
                        <m:e>
                          <m:r>
                            <a:rPr lang="en-US" sz="1200" b="0" i="1" smtClean="0">
                              <a:latin typeface="Cambria Math" panose="02040503050406030204" pitchFamily="18" charset="0"/>
                            </a:rPr>
                            <m:t>𝑖</m:t>
                          </m:r>
                        </m:e>
                        <m:sub>
                          <m:r>
                            <a:rPr lang="en-US" sz="1200" i="1">
                              <a:latin typeface="Cambria Math" panose="02040503050406030204" pitchFamily="18" charset="0"/>
                            </a:rPr>
                            <m:t>𝑑</m:t>
                          </m:r>
                        </m:sub>
                        <m:sup>
                          <m:r>
                            <a:rPr lang="en-US" sz="1200" i="1">
                              <a:latin typeface="Cambria Math" panose="02040503050406030204" pitchFamily="18" charset="0"/>
                            </a:rPr>
                            <m:t>∗</m:t>
                          </m:r>
                        </m:sup>
                      </m:sSubSup>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b="0" i="1" smtClean="0">
                              <a:latin typeface="Cambria Math" panose="02040503050406030204" pitchFamily="18" charset="0"/>
                            </a:rPr>
                            <m:t>𝑖</m:t>
                          </m:r>
                        </m:e>
                        <m:sub>
                          <m:r>
                            <a:rPr lang="en-US" sz="1200" i="1">
                              <a:latin typeface="Cambria Math" panose="02040503050406030204" pitchFamily="18" charset="0"/>
                            </a:rPr>
                            <m:t>𝑑</m:t>
                          </m:r>
                        </m:sub>
                      </m:sSub>
                    </m:oMath>
                  </a14:m>
                  <a:endParaRPr lang="en-US" sz="1200" dirty="0"/>
                </a:p>
                <a:p>
                  <a:pPr marL="342900" indent="-342900">
                    <a:buFont typeface="+mj-lt"/>
                    <a:buAutoNum type="arabicPeriod"/>
                  </a:pPr>
                  <a14:m>
                    <m:oMath xmlns:m="http://schemas.openxmlformats.org/officeDocument/2006/math">
                      <m:sSub>
                        <m:sSubPr>
                          <m:ctrlPr>
                            <a:rPr lang="en-US" sz="1200" i="1">
                              <a:latin typeface="Cambria Math" panose="02040503050406030204" pitchFamily="18" charset="0"/>
                            </a:rPr>
                          </m:ctrlPr>
                        </m:sSubPr>
                        <m:e>
                          <m:acc>
                            <m:accPr>
                              <m:chr m:val="̇"/>
                              <m:ctrlPr>
                                <a:rPr lang="en-US" sz="1200" i="1">
                                  <a:latin typeface="Cambria Math" panose="02040503050406030204" pitchFamily="18" charset="0"/>
                                </a:rPr>
                              </m:ctrlPr>
                            </m:accPr>
                            <m:e>
                              <m:r>
                                <a:rPr lang="en-US" sz="1200" i="1">
                                  <a:latin typeface="Cambria Math" panose="02040503050406030204" pitchFamily="18" charset="0"/>
                                </a:rPr>
                                <m:t>𝑒</m:t>
                              </m:r>
                            </m:e>
                          </m:acc>
                        </m:e>
                        <m:sub>
                          <m:r>
                            <a:rPr lang="en-US" sz="1200" b="0" i="1" smtClean="0">
                              <a:latin typeface="Cambria Math" panose="02040503050406030204" pitchFamily="18" charset="0"/>
                            </a:rPr>
                            <m:t>5</m:t>
                          </m:r>
                        </m:sub>
                      </m:sSub>
                      <m:r>
                        <a:rPr lang="en-US" sz="1200" i="1">
                          <a:latin typeface="Cambria Math" panose="02040503050406030204" pitchFamily="18" charset="0"/>
                        </a:rPr>
                        <m:t>=</m:t>
                      </m:r>
                      <m:sSubSup>
                        <m:sSubSupPr>
                          <m:ctrlPr>
                            <a:rPr lang="en-US" sz="1200" i="1">
                              <a:latin typeface="Cambria Math" panose="02040503050406030204" pitchFamily="18" charset="0"/>
                            </a:rPr>
                          </m:ctrlPr>
                        </m:sSubSupPr>
                        <m:e>
                          <m:r>
                            <a:rPr lang="en-US" sz="1200" i="1">
                              <a:latin typeface="Cambria Math" panose="02040503050406030204" pitchFamily="18" charset="0"/>
                            </a:rPr>
                            <m:t>𝑖</m:t>
                          </m:r>
                        </m:e>
                        <m:sub>
                          <m:r>
                            <a:rPr lang="en-US" sz="1200" b="0" i="1" smtClean="0">
                              <a:latin typeface="Cambria Math" panose="02040503050406030204" pitchFamily="18" charset="0"/>
                            </a:rPr>
                            <m:t>𝑞</m:t>
                          </m:r>
                        </m:sub>
                        <m:sup>
                          <m:r>
                            <a:rPr lang="en-US" sz="1200" i="1">
                              <a:latin typeface="Cambria Math" panose="02040503050406030204" pitchFamily="18" charset="0"/>
                            </a:rPr>
                            <m:t>∗</m:t>
                          </m:r>
                        </m:sup>
                      </m:sSubSup>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𝑖</m:t>
                          </m:r>
                        </m:e>
                        <m:sub>
                          <m:r>
                            <a:rPr lang="en-US" sz="1200" b="0" i="1" smtClean="0">
                              <a:latin typeface="Cambria Math" panose="02040503050406030204" pitchFamily="18" charset="0"/>
                            </a:rPr>
                            <m:t>𝑞</m:t>
                          </m:r>
                        </m:sub>
                      </m:sSub>
                    </m:oMath>
                  </a14:m>
                  <a:endParaRPr lang="en-US" sz="1200" dirty="0"/>
                </a:p>
                <a:p>
                  <a:pPr marL="342900" indent="-342900">
                    <a:buFont typeface="+mj-lt"/>
                    <a:buAutoNum type="arabicPeriod"/>
                  </a:pPr>
                  <a:endParaRPr lang="en-US" sz="1200" dirty="0"/>
                </a:p>
                <a:p>
                  <a:pPr marL="342900" indent="-342900">
                    <a:buFont typeface="+mj-lt"/>
                    <a:buAutoNum type="arabicPeriod"/>
                  </a:pPr>
                  <a14:m>
                    <m:oMath xmlns:m="http://schemas.openxmlformats.org/officeDocument/2006/math">
                      <m:acc>
                        <m:accPr>
                          <m:chr m:val="̇"/>
                          <m:ctrlPr>
                            <a:rPr lang="en-US" sz="1200" i="1">
                              <a:latin typeface="Cambria Math" panose="02040503050406030204" pitchFamily="18" charset="0"/>
                            </a:rPr>
                          </m:ctrlPr>
                        </m:accPr>
                        <m:e>
                          <m:sSub>
                            <m:sSubPr>
                              <m:ctrlPr>
                                <a:rPr lang="en-US" sz="1200" i="1">
                                  <a:latin typeface="Cambria Math" panose="02040503050406030204" pitchFamily="18" charset="0"/>
                                </a:rPr>
                              </m:ctrlPr>
                            </m:sSubPr>
                            <m:e>
                              <m:acc>
                                <m:accPr>
                                  <m:chr m:val="̇"/>
                                  <m:ctrlPr>
                                    <a:rPr lang="en-US" sz="1200" i="1">
                                      <a:latin typeface="Cambria Math" panose="02040503050406030204" pitchFamily="18" charset="0"/>
                                    </a:rPr>
                                  </m:ctrlPr>
                                </m:accPr>
                                <m:e>
                                  <m:r>
                                    <a:rPr lang="en-US" sz="1200" i="1">
                                      <a:latin typeface="Cambria Math" panose="02040503050406030204" pitchFamily="18" charset="0"/>
                                    </a:rPr>
                                    <m:t>𝑖</m:t>
                                  </m:r>
                                </m:e>
                              </m:acc>
                            </m:e>
                            <m:sub>
                              <m:r>
                                <a:rPr lang="en-US" sz="1200" b="0" i="1" smtClean="0">
                                  <a:latin typeface="Cambria Math" panose="02040503050406030204" pitchFamily="18" charset="0"/>
                                </a:rPr>
                                <m:t>𝐿</m:t>
                              </m:r>
                              <m:r>
                                <a:rPr lang="en-US" sz="1200" b="0" i="1" smtClean="0">
                                  <a:latin typeface="Cambria Math" panose="02040503050406030204" pitchFamily="18" charset="0"/>
                                </a:rPr>
                                <m:t>,</m:t>
                              </m:r>
                              <m:r>
                                <a:rPr lang="en-US" sz="1200" b="0" i="1" smtClean="0">
                                  <a:latin typeface="Cambria Math" panose="02040503050406030204" pitchFamily="18" charset="0"/>
                                </a:rPr>
                                <m:t>𝑑</m:t>
                              </m:r>
                            </m:sub>
                          </m:sSub>
                        </m:e>
                      </m:acc>
                      <m:r>
                        <a:rPr lang="en-US" sz="1200" b="0" i="1" smtClean="0">
                          <a:latin typeface="Cambria Math" panose="02040503050406030204" pitchFamily="18" charset="0"/>
                        </a:rPr>
                        <m:t>=</m:t>
                      </m:r>
                      <m:f>
                        <m:fPr>
                          <m:ctrlPr>
                            <a:rPr lang="en-US" sz="1200" b="0" i="1" smtClean="0">
                              <a:latin typeface="Cambria Math" panose="02040503050406030204" pitchFamily="18" charset="0"/>
                            </a:rPr>
                          </m:ctrlPr>
                        </m:fPr>
                        <m:num>
                          <m:sSub>
                            <m:sSubPr>
                              <m:ctrlPr>
                                <a:rPr lang="en-US" sz="1200" i="1">
                                  <a:latin typeface="Cambria Math" panose="02040503050406030204" pitchFamily="18" charset="0"/>
                                </a:rPr>
                              </m:ctrlPr>
                            </m:sSubPr>
                            <m:e>
                              <m:r>
                                <a:rPr lang="en-US" sz="1200" i="1">
                                  <a:latin typeface="Cambria Math" panose="02040503050406030204" pitchFamily="18" charset="0"/>
                                </a:rPr>
                                <m:t>𝑣</m:t>
                              </m:r>
                            </m:e>
                            <m:sub>
                              <m:r>
                                <a:rPr lang="en-US" sz="1200" i="1">
                                  <a:latin typeface="Cambria Math" panose="02040503050406030204" pitchFamily="18" charset="0"/>
                                </a:rPr>
                                <m:t>𝑐𝑜𝑛𝑣</m:t>
                              </m:r>
                              <m:r>
                                <a:rPr lang="en-US" sz="1200" i="1">
                                  <a:latin typeface="Cambria Math" panose="02040503050406030204" pitchFamily="18" charset="0"/>
                                </a:rPr>
                                <m:t>,</m:t>
                              </m:r>
                              <m:r>
                                <a:rPr lang="en-US" sz="1200" i="1">
                                  <a:latin typeface="Cambria Math" panose="02040503050406030204" pitchFamily="18" charset="0"/>
                                </a:rPr>
                                <m:t>𝑑</m:t>
                              </m:r>
                            </m:sub>
                          </m:sSub>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𝑣</m:t>
                              </m:r>
                            </m:e>
                            <m:sub>
                              <m:r>
                                <a:rPr lang="en-US" sz="1200" i="1">
                                  <a:latin typeface="Cambria Math" panose="02040503050406030204" pitchFamily="18" charset="0"/>
                                </a:rPr>
                                <m:t>𝐶</m:t>
                              </m:r>
                              <m:r>
                                <a:rPr lang="en-US" sz="1200" i="1">
                                  <a:latin typeface="Cambria Math" panose="02040503050406030204" pitchFamily="18" charset="0"/>
                                </a:rPr>
                                <m:t>,</m:t>
                              </m:r>
                              <m:r>
                                <a:rPr lang="en-US" sz="1200" i="1">
                                  <a:latin typeface="Cambria Math" panose="02040503050406030204" pitchFamily="18" charset="0"/>
                                </a:rPr>
                                <m:t>𝑑</m:t>
                              </m:r>
                            </m:sub>
                          </m:sSub>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𝑅</m:t>
                              </m:r>
                            </m:e>
                            <m:sub>
                              <m:r>
                                <a:rPr lang="en-US" sz="1200" i="1">
                                  <a:latin typeface="Cambria Math" panose="02040503050406030204" pitchFamily="18" charset="0"/>
                                </a:rPr>
                                <m:t>𝐿</m:t>
                              </m:r>
                            </m:sub>
                          </m:sSub>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𝑖</m:t>
                              </m:r>
                            </m:e>
                            <m:sub>
                              <m:r>
                                <a:rPr lang="en-US" sz="1200" b="0" i="1" smtClean="0">
                                  <a:latin typeface="Cambria Math" panose="02040503050406030204" pitchFamily="18" charset="0"/>
                                </a:rPr>
                                <m:t>𝐿</m:t>
                              </m:r>
                              <m:r>
                                <a:rPr lang="en-US" sz="1200" b="0" i="1" smtClean="0">
                                  <a:latin typeface="Cambria Math" panose="02040503050406030204" pitchFamily="18" charset="0"/>
                                </a:rPr>
                                <m:t>,</m:t>
                              </m:r>
                              <m:r>
                                <a:rPr lang="en-US" sz="1200" b="0" i="1" smtClean="0">
                                  <a:latin typeface="Cambria Math" panose="02040503050406030204" pitchFamily="18" charset="0"/>
                                </a:rPr>
                                <m:t>𝑑</m:t>
                              </m:r>
                            </m:sub>
                          </m:sSub>
                        </m:num>
                        <m:den>
                          <m:r>
                            <a:rPr lang="en-US" sz="1200" b="0" i="1" smtClean="0">
                              <a:latin typeface="Cambria Math" panose="02040503050406030204" pitchFamily="18" charset="0"/>
                            </a:rPr>
                            <m:t>𝐿</m:t>
                          </m:r>
                        </m:den>
                      </m:f>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𝜔</m:t>
                          </m:r>
                        </m:e>
                        <m:sub>
                          <m:r>
                            <a:rPr lang="en-US" sz="1200" b="0" i="1" smtClean="0">
                              <a:latin typeface="Cambria Math" panose="02040503050406030204" pitchFamily="18" charset="0"/>
                            </a:rPr>
                            <m:t>0</m:t>
                          </m:r>
                        </m:sub>
                      </m:sSub>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𝑖</m:t>
                          </m:r>
                        </m:e>
                        <m:sub>
                          <m:r>
                            <a:rPr lang="en-US" sz="1200" b="0" i="1" smtClean="0">
                              <a:latin typeface="Cambria Math" panose="02040503050406030204" pitchFamily="18" charset="0"/>
                            </a:rPr>
                            <m:t>𝐿</m:t>
                          </m:r>
                          <m:r>
                            <a:rPr lang="en-US" sz="1200" b="0" i="1" smtClean="0">
                              <a:latin typeface="Cambria Math" panose="02040503050406030204" pitchFamily="18" charset="0"/>
                            </a:rPr>
                            <m:t>,</m:t>
                          </m:r>
                          <m:r>
                            <a:rPr lang="en-US" sz="1200" b="0" i="1" smtClean="0">
                              <a:latin typeface="Cambria Math" panose="02040503050406030204" pitchFamily="18" charset="0"/>
                            </a:rPr>
                            <m:t>𝑞</m:t>
                          </m:r>
                        </m:sub>
                      </m:sSub>
                    </m:oMath>
                  </a14:m>
                  <a:endParaRPr lang="en-US" sz="1200" b="0" dirty="0"/>
                </a:p>
                <a:p>
                  <a:pPr marL="342900" indent="-342900">
                    <a:buFont typeface="+mj-lt"/>
                    <a:buAutoNum type="arabicPeriod"/>
                  </a:pPr>
                  <a14:m>
                    <m:oMath xmlns:m="http://schemas.openxmlformats.org/officeDocument/2006/math">
                      <m:acc>
                        <m:accPr>
                          <m:chr m:val="̇"/>
                          <m:ctrlPr>
                            <a:rPr lang="en-US" sz="1200" i="1">
                              <a:latin typeface="Cambria Math" panose="02040503050406030204" pitchFamily="18" charset="0"/>
                            </a:rPr>
                          </m:ctrlPr>
                        </m:accPr>
                        <m:e>
                          <m:sSub>
                            <m:sSubPr>
                              <m:ctrlPr>
                                <a:rPr lang="en-US" sz="1200" i="1">
                                  <a:latin typeface="Cambria Math" panose="02040503050406030204" pitchFamily="18" charset="0"/>
                                </a:rPr>
                              </m:ctrlPr>
                            </m:sSubPr>
                            <m:e>
                              <m:acc>
                                <m:accPr>
                                  <m:chr m:val="̇"/>
                                  <m:ctrlPr>
                                    <a:rPr lang="en-US" sz="1200" i="1">
                                      <a:latin typeface="Cambria Math" panose="02040503050406030204" pitchFamily="18" charset="0"/>
                                    </a:rPr>
                                  </m:ctrlPr>
                                </m:accPr>
                                <m:e>
                                  <m:r>
                                    <a:rPr lang="en-US" sz="1200" i="1">
                                      <a:latin typeface="Cambria Math" panose="02040503050406030204" pitchFamily="18" charset="0"/>
                                    </a:rPr>
                                    <m:t>𝑖</m:t>
                                  </m:r>
                                </m:e>
                              </m:acc>
                            </m:e>
                            <m:sub>
                              <m:r>
                                <a:rPr lang="en-US" sz="1200" i="1">
                                  <a:latin typeface="Cambria Math" panose="02040503050406030204" pitchFamily="18" charset="0"/>
                                </a:rPr>
                                <m:t>𝐿</m:t>
                              </m:r>
                              <m:r>
                                <a:rPr lang="en-US" sz="1200" i="1">
                                  <a:latin typeface="Cambria Math" panose="02040503050406030204" pitchFamily="18" charset="0"/>
                                </a:rPr>
                                <m:t>,</m:t>
                              </m:r>
                              <m:r>
                                <a:rPr lang="en-US" sz="1200" b="0" i="1" smtClean="0">
                                  <a:latin typeface="Cambria Math" panose="02040503050406030204" pitchFamily="18" charset="0"/>
                                </a:rPr>
                                <m:t>𝑞</m:t>
                              </m:r>
                            </m:sub>
                          </m:sSub>
                        </m:e>
                      </m:acc>
                      <m:r>
                        <a:rPr lang="en-US" sz="1200" i="1">
                          <a:latin typeface="Cambria Math" panose="02040503050406030204" pitchFamily="18" charset="0"/>
                        </a:rPr>
                        <m:t>=</m:t>
                      </m:r>
                      <m:f>
                        <m:fPr>
                          <m:ctrlPr>
                            <a:rPr lang="en-US" sz="1200" i="1">
                              <a:latin typeface="Cambria Math" panose="02040503050406030204" pitchFamily="18" charset="0"/>
                            </a:rPr>
                          </m:ctrlPr>
                        </m:fPr>
                        <m:num>
                          <m:sSub>
                            <m:sSubPr>
                              <m:ctrlPr>
                                <a:rPr lang="en-US" sz="1200" i="1">
                                  <a:latin typeface="Cambria Math" panose="02040503050406030204" pitchFamily="18" charset="0"/>
                                </a:rPr>
                              </m:ctrlPr>
                            </m:sSubPr>
                            <m:e>
                              <m:r>
                                <a:rPr lang="en-US" sz="1200" i="1">
                                  <a:latin typeface="Cambria Math" panose="02040503050406030204" pitchFamily="18" charset="0"/>
                                </a:rPr>
                                <m:t>𝑣</m:t>
                              </m:r>
                            </m:e>
                            <m:sub>
                              <m:r>
                                <a:rPr lang="en-US" sz="1200" i="1">
                                  <a:latin typeface="Cambria Math" panose="02040503050406030204" pitchFamily="18" charset="0"/>
                                </a:rPr>
                                <m:t>𝑐𝑜𝑛𝑣</m:t>
                              </m:r>
                              <m:r>
                                <a:rPr lang="en-US" sz="1200" i="1">
                                  <a:latin typeface="Cambria Math" panose="02040503050406030204" pitchFamily="18" charset="0"/>
                                </a:rPr>
                                <m:t>,</m:t>
                              </m:r>
                              <m:r>
                                <a:rPr lang="en-US" sz="1200" b="0" i="1" smtClean="0">
                                  <a:latin typeface="Cambria Math" panose="02040503050406030204" pitchFamily="18" charset="0"/>
                                </a:rPr>
                                <m:t>𝑞</m:t>
                              </m:r>
                            </m:sub>
                          </m:sSub>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𝑣</m:t>
                              </m:r>
                            </m:e>
                            <m:sub>
                              <m:r>
                                <a:rPr lang="en-US" sz="1200" i="1">
                                  <a:latin typeface="Cambria Math" panose="02040503050406030204" pitchFamily="18" charset="0"/>
                                </a:rPr>
                                <m:t>𝐶</m:t>
                              </m:r>
                              <m:r>
                                <a:rPr lang="en-US" sz="1200" i="1">
                                  <a:latin typeface="Cambria Math" panose="02040503050406030204" pitchFamily="18" charset="0"/>
                                </a:rPr>
                                <m:t>,</m:t>
                              </m:r>
                              <m:r>
                                <a:rPr lang="en-US" sz="1200" b="0" i="1" smtClean="0">
                                  <a:latin typeface="Cambria Math" panose="02040503050406030204" pitchFamily="18" charset="0"/>
                                </a:rPr>
                                <m:t>𝑞</m:t>
                              </m:r>
                            </m:sub>
                          </m:sSub>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𝑅</m:t>
                              </m:r>
                            </m:e>
                            <m:sub>
                              <m:r>
                                <a:rPr lang="en-US" sz="1200" i="1">
                                  <a:latin typeface="Cambria Math" panose="02040503050406030204" pitchFamily="18" charset="0"/>
                                </a:rPr>
                                <m:t>𝐿</m:t>
                              </m:r>
                            </m:sub>
                          </m:sSub>
                          <m:sSub>
                            <m:sSubPr>
                              <m:ctrlPr>
                                <a:rPr lang="en-US" sz="1200" i="1">
                                  <a:latin typeface="Cambria Math" panose="02040503050406030204" pitchFamily="18" charset="0"/>
                                </a:rPr>
                              </m:ctrlPr>
                            </m:sSubPr>
                            <m:e>
                              <m:r>
                                <a:rPr lang="en-US" sz="1200" i="1">
                                  <a:latin typeface="Cambria Math" panose="02040503050406030204" pitchFamily="18" charset="0"/>
                                </a:rPr>
                                <m:t>𝑖</m:t>
                              </m:r>
                            </m:e>
                            <m:sub>
                              <m:r>
                                <a:rPr lang="en-US" sz="1200" i="1">
                                  <a:latin typeface="Cambria Math" panose="02040503050406030204" pitchFamily="18" charset="0"/>
                                </a:rPr>
                                <m:t>𝐿</m:t>
                              </m:r>
                              <m:r>
                                <a:rPr lang="en-US" sz="1200" i="1">
                                  <a:latin typeface="Cambria Math" panose="02040503050406030204" pitchFamily="18" charset="0"/>
                                </a:rPr>
                                <m:t>,</m:t>
                              </m:r>
                              <m:r>
                                <a:rPr lang="en-US" sz="1200" b="0" i="1" smtClean="0">
                                  <a:latin typeface="Cambria Math" panose="02040503050406030204" pitchFamily="18" charset="0"/>
                                </a:rPr>
                                <m:t>𝑞</m:t>
                              </m:r>
                            </m:sub>
                          </m:sSub>
                        </m:num>
                        <m:den>
                          <m:r>
                            <a:rPr lang="en-US" sz="1200" i="1">
                              <a:latin typeface="Cambria Math" panose="02040503050406030204" pitchFamily="18" charset="0"/>
                            </a:rPr>
                            <m:t>𝐿</m:t>
                          </m:r>
                        </m:den>
                      </m:f>
                      <m:r>
                        <a:rPr lang="en-US" sz="1200" b="0" i="1" smtClean="0">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𝜔</m:t>
                          </m:r>
                        </m:e>
                        <m:sub>
                          <m:r>
                            <a:rPr lang="en-US" sz="1200" i="1">
                              <a:latin typeface="Cambria Math" panose="02040503050406030204" pitchFamily="18" charset="0"/>
                            </a:rPr>
                            <m:t>0</m:t>
                          </m:r>
                        </m:sub>
                      </m:sSub>
                      <m:sSub>
                        <m:sSubPr>
                          <m:ctrlPr>
                            <a:rPr lang="en-US" sz="1200" i="1">
                              <a:latin typeface="Cambria Math" panose="02040503050406030204" pitchFamily="18" charset="0"/>
                            </a:rPr>
                          </m:ctrlPr>
                        </m:sSubPr>
                        <m:e>
                          <m:r>
                            <a:rPr lang="en-US" sz="1200" i="1">
                              <a:latin typeface="Cambria Math" panose="02040503050406030204" pitchFamily="18" charset="0"/>
                            </a:rPr>
                            <m:t>𝑖</m:t>
                          </m:r>
                        </m:e>
                        <m:sub>
                          <m:r>
                            <a:rPr lang="en-US" sz="1200" i="1">
                              <a:latin typeface="Cambria Math" panose="02040503050406030204" pitchFamily="18" charset="0"/>
                            </a:rPr>
                            <m:t>𝐿</m:t>
                          </m:r>
                          <m:r>
                            <a:rPr lang="en-US" sz="1200" i="1">
                              <a:latin typeface="Cambria Math" panose="02040503050406030204" pitchFamily="18" charset="0"/>
                            </a:rPr>
                            <m:t>,</m:t>
                          </m:r>
                          <m:r>
                            <a:rPr lang="en-US" sz="1200" b="0" i="1" smtClean="0">
                              <a:latin typeface="Cambria Math" panose="02040503050406030204" pitchFamily="18" charset="0"/>
                            </a:rPr>
                            <m:t>𝑑</m:t>
                          </m:r>
                        </m:sub>
                      </m:sSub>
                    </m:oMath>
                  </a14:m>
                  <a:endParaRPr lang="en-US" sz="1200" dirty="0"/>
                </a:p>
                <a:p>
                  <a:pPr marL="342900" indent="-342900">
                    <a:buFont typeface="+mj-lt"/>
                    <a:buAutoNum type="arabicPeriod"/>
                  </a:pPr>
                  <a:endParaRPr lang="en-US" sz="1200" dirty="0"/>
                </a:p>
                <a:p>
                  <a:pPr marL="342900" indent="-342900">
                    <a:buFont typeface="+mj-lt"/>
                    <a:buAutoNum type="arabicPeriod"/>
                  </a:pPr>
                  <a14:m>
                    <m:oMath xmlns:m="http://schemas.openxmlformats.org/officeDocument/2006/math">
                      <m:acc>
                        <m:accPr>
                          <m:chr m:val="̇"/>
                          <m:ctrlPr>
                            <a:rPr lang="en-US" sz="1200" i="1">
                              <a:latin typeface="Cambria Math" panose="02040503050406030204" pitchFamily="18" charset="0"/>
                            </a:rPr>
                          </m:ctrlPr>
                        </m:accPr>
                        <m:e>
                          <m:sSub>
                            <m:sSubPr>
                              <m:ctrlPr>
                                <a:rPr lang="en-US" sz="1200" i="1">
                                  <a:latin typeface="Cambria Math" panose="02040503050406030204" pitchFamily="18" charset="0"/>
                                </a:rPr>
                              </m:ctrlPr>
                            </m:sSubPr>
                            <m:e>
                              <m:r>
                                <a:rPr lang="en-US" sz="1200" b="0" i="1" smtClean="0">
                                  <a:latin typeface="Cambria Math" panose="02040503050406030204" pitchFamily="18" charset="0"/>
                                </a:rPr>
                                <m:t>𝑣</m:t>
                              </m:r>
                            </m:e>
                            <m:sub>
                              <m:r>
                                <a:rPr lang="en-US" sz="1200" b="0" i="1" smtClean="0">
                                  <a:latin typeface="Cambria Math" panose="02040503050406030204" pitchFamily="18" charset="0"/>
                                </a:rPr>
                                <m:t>𝐶</m:t>
                              </m:r>
                              <m:r>
                                <a:rPr lang="en-US" sz="1200" i="1">
                                  <a:latin typeface="Cambria Math" panose="02040503050406030204" pitchFamily="18" charset="0"/>
                                </a:rPr>
                                <m:t>,</m:t>
                              </m:r>
                              <m:r>
                                <a:rPr lang="en-US" sz="1200" i="1">
                                  <a:latin typeface="Cambria Math" panose="02040503050406030204" pitchFamily="18" charset="0"/>
                                </a:rPr>
                                <m:t>𝑑</m:t>
                              </m:r>
                            </m:sub>
                          </m:sSub>
                        </m:e>
                      </m:acc>
                      <m:r>
                        <a:rPr lang="en-US" sz="1200" i="1">
                          <a:latin typeface="Cambria Math" panose="02040503050406030204" pitchFamily="18" charset="0"/>
                        </a:rPr>
                        <m:t>=</m:t>
                      </m:r>
                      <m:f>
                        <m:fPr>
                          <m:ctrlPr>
                            <a:rPr lang="en-US" sz="1200" i="1">
                              <a:latin typeface="Cambria Math" panose="02040503050406030204" pitchFamily="18" charset="0"/>
                            </a:rPr>
                          </m:ctrlPr>
                        </m:fPr>
                        <m:num>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𝑖</m:t>
                              </m:r>
                            </m:e>
                            <m:sub>
                              <m:r>
                                <a:rPr lang="en-US" sz="1200" b="0" i="1" smtClean="0">
                                  <a:latin typeface="Cambria Math" panose="02040503050406030204" pitchFamily="18" charset="0"/>
                                </a:rPr>
                                <m:t>𝐿</m:t>
                              </m:r>
                              <m:r>
                                <a:rPr lang="en-US" sz="1200" b="0" i="1" smtClean="0">
                                  <a:latin typeface="Cambria Math" panose="02040503050406030204" pitchFamily="18" charset="0"/>
                                </a:rPr>
                                <m:t>,</m:t>
                              </m:r>
                              <m:r>
                                <a:rPr lang="en-US" sz="1200" b="0" i="1" smtClean="0">
                                  <a:latin typeface="Cambria Math" panose="02040503050406030204" pitchFamily="18" charset="0"/>
                                </a:rPr>
                                <m:t>𝑑</m:t>
                              </m:r>
                            </m:sub>
                          </m:sSub>
                          <m:r>
                            <a:rPr lang="en-US" sz="1200" b="0" i="1" smtClean="0">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𝑖</m:t>
                              </m:r>
                            </m:e>
                            <m:sub>
                              <m:r>
                                <a:rPr lang="en-US" sz="1200" b="0" i="1" smtClean="0">
                                  <a:latin typeface="Cambria Math" panose="02040503050406030204" pitchFamily="18" charset="0"/>
                                </a:rPr>
                                <m:t>𝑔</m:t>
                              </m:r>
                              <m:r>
                                <a:rPr lang="en-US" sz="1200" i="1">
                                  <a:latin typeface="Cambria Math" panose="02040503050406030204" pitchFamily="18" charset="0"/>
                                </a:rPr>
                                <m:t>,</m:t>
                              </m:r>
                              <m:r>
                                <a:rPr lang="en-US" sz="1200" i="1">
                                  <a:latin typeface="Cambria Math" panose="02040503050406030204" pitchFamily="18" charset="0"/>
                                </a:rPr>
                                <m:t>𝑑</m:t>
                              </m:r>
                            </m:sub>
                          </m:sSub>
                        </m:num>
                        <m:den>
                          <m:r>
                            <a:rPr lang="en-US" sz="1200" b="0" i="1" smtClean="0">
                              <a:latin typeface="Cambria Math" panose="02040503050406030204" pitchFamily="18" charset="0"/>
                            </a:rPr>
                            <m:t>𝐶</m:t>
                          </m:r>
                        </m:den>
                      </m:f>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𝜔</m:t>
                          </m:r>
                        </m:e>
                        <m:sub>
                          <m:r>
                            <a:rPr lang="en-US" sz="1200" i="1">
                              <a:latin typeface="Cambria Math" panose="02040503050406030204" pitchFamily="18" charset="0"/>
                            </a:rPr>
                            <m:t>0</m:t>
                          </m:r>
                        </m:sub>
                      </m:sSub>
                      <m:sSub>
                        <m:sSubPr>
                          <m:ctrlPr>
                            <a:rPr lang="en-US" sz="1200" i="1">
                              <a:latin typeface="Cambria Math" panose="02040503050406030204" pitchFamily="18" charset="0"/>
                            </a:rPr>
                          </m:ctrlPr>
                        </m:sSubPr>
                        <m:e>
                          <m:r>
                            <a:rPr lang="en-US" sz="1200" b="0" i="1" smtClean="0">
                              <a:latin typeface="Cambria Math" panose="02040503050406030204" pitchFamily="18" charset="0"/>
                            </a:rPr>
                            <m:t>𝑣</m:t>
                          </m:r>
                        </m:e>
                        <m:sub>
                          <m:r>
                            <a:rPr lang="en-US" sz="1200" b="0" i="1" smtClean="0">
                              <a:latin typeface="Cambria Math" panose="02040503050406030204" pitchFamily="18" charset="0"/>
                            </a:rPr>
                            <m:t>𝐶</m:t>
                          </m:r>
                          <m:r>
                            <a:rPr lang="en-US" sz="1200" i="1">
                              <a:latin typeface="Cambria Math" panose="02040503050406030204" pitchFamily="18" charset="0"/>
                            </a:rPr>
                            <m:t>,</m:t>
                          </m:r>
                          <m:r>
                            <a:rPr lang="en-US" sz="1200" i="1">
                              <a:latin typeface="Cambria Math" panose="02040503050406030204" pitchFamily="18" charset="0"/>
                            </a:rPr>
                            <m:t>𝑞</m:t>
                          </m:r>
                        </m:sub>
                      </m:sSub>
                    </m:oMath>
                  </a14:m>
                  <a:endParaRPr lang="en-US" sz="1200" dirty="0"/>
                </a:p>
                <a:p>
                  <a:pPr marL="342900" indent="-342900">
                    <a:buFont typeface="+mj-lt"/>
                    <a:buAutoNum type="arabicPeriod"/>
                  </a:pPr>
                  <a14:m>
                    <m:oMath xmlns:m="http://schemas.openxmlformats.org/officeDocument/2006/math">
                      <m:acc>
                        <m:accPr>
                          <m:chr m:val="̇"/>
                          <m:ctrlPr>
                            <a:rPr lang="en-US" sz="1200" i="1">
                              <a:latin typeface="Cambria Math" panose="02040503050406030204" pitchFamily="18" charset="0"/>
                            </a:rPr>
                          </m:ctrlPr>
                        </m:accPr>
                        <m:e>
                          <m:sSub>
                            <m:sSubPr>
                              <m:ctrlPr>
                                <a:rPr lang="en-US" sz="1200" i="1">
                                  <a:latin typeface="Cambria Math" panose="02040503050406030204" pitchFamily="18" charset="0"/>
                                </a:rPr>
                              </m:ctrlPr>
                            </m:sSubPr>
                            <m:e>
                              <m:acc>
                                <m:accPr>
                                  <m:chr m:val="̇"/>
                                  <m:ctrlPr>
                                    <a:rPr lang="en-US" sz="1200" i="1">
                                      <a:latin typeface="Cambria Math" panose="02040503050406030204" pitchFamily="18" charset="0"/>
                                    </a:rPr>
                                  </m:ctrlPr>
                                </m:accPr>
                                <m:e>
                                  <m:r>
                                    <a:rPr lang="en-US" sz="1200" b="0" i="1" smtClean="0">
                                      <a:latin typeface="Cambria Math" panose="02040503050406030204" pitchFamily="18" charset="0"/>
                                    </a:rPr>
                                    <m:t>𝑣</m:t>
                                  </m:r>
                                </m:e>
                              </m:acc>
                            </m:e>
                            <m:sub>
                              <m:r>
                                <a:rPr lang="en-US" sz="1200" b="0" i="1" smtClean="0">
                                  <a:latin typeface="Cambria Math" panose="02040503050406030204" pitchFamily="18" charset="0"/>
                                </a:rPr>
                                <m:t>𝐶</m:t>
                              </m:r>
                              <m:r>
                                <a:rPr lang="en-US" sz="1200" i="1">
                                  <a:latin typeface="Cambria Math" panose="02040503050406030204" pitchFamily="18" charset="0"/>
                                </a:rPr>
                                <m:t>,</m:t>
                              </m:r>
                              <m:r>
                                <a:rPr lang="en-US" sz="1200" i="1">
                                  <a:latin typeface="Cambria Math" panose="02040503050406030204" pitchFamily="18" charset="0"/>
                                </a:rPr>
                                <m:t>𝑞</m:t>
                              </m:r>
                            </m:sub>
                          </m:sSub>
                        </m:e>
                      </m:acc>
                      <m:r>
                        <a:rPr lang="en-US" sz="1200" i="1">
                          <a:latin typeface="Cambria Math" panose="02040503050406030204" pitchFamily="18" charset="0"/>
                        </a:rPr>
                        <m:t>=</m:t>
                      </m:r>
                      <m:f>
                        <m:fPr>
                          <m:ctrlPr>
                            <a:rPr lang="en-US" sz="1200" i="1">
                              <a:latin typeface="Cambria Math" panose="02040503050406030204" pitchFamily="18" charset="0"/>
                            </a:rPr>
                          </m:ctrlPr>
                        </m:fPr>
                        <m:num>
                          <m:sSub>
                            <m:sSubPr>
                              <m:ctrlPr>
                                <a:rPr lang="en-US" sz="1200" i="1">
                                  <a:latin typeface="Cambria Math" panose="02040503050406030204" pitchFamily="18" charset="0"/>
                                </a:rPr>
                              </m:ctrlPr>
                            </m:sSubPr>
                            <m:e>
                              <m:r>
                                <a:rPr lang="en-US" sz="1200" i="1">
                                  <a:latin typeface="Cambria Math" panose="02040503050406030204" pitchFamily="18" charset="0"/>
                                </a:rPr>
                                <m:t>𝑖</m:t>
                              </m:r>
                            </m:e>
                            <m:sub>
                              <m:r>
                                <a:rPr lang="en-US" sz="1200" i="1">
                                  <a:latin typeface="Cambria Math" panose="02040503050406030204" pitchFamily="18" charset="0"/>
                                </a:rPr>
                                <m:t>𝐿</m:t>
                              </m:r>
                              <m:r>
                                <a:rPr lang="en-US" sz="1200" i="1">
                                  <a:latin typeface="Cambria Math" panose="02040503050406030204" pitchFamily="18" charset="0"/>
                                </a:rPr>
                                <m:t>,</m:t>
                              </m:r>
                              <m:r>
                                <a:rPr lang="en-US" sz="1200" b="0" i="1" smtClean="0">
                                  <a:latin typeface="Cambria Math" panose="02040503050406030204" pitchFamily="18" charset="0"/>
                                </a:rPr>
                                <m:t>𝑞</m:t>
                              </m:r>
                            </m:sub>
                          </m:sSub>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𝑖</m:t>
                              </m:r>
                            </m:e>
                            <m:sub>
                              <m:r>
                                <a:rPr lang="en-US" sz="1200" i="1">
                                  <a:latin typeface="Cambria Math" panose="02040503050406030204" pitchFamily="18" charset="0"/>
                                </a:rPr>
                                <m:t>𝑔</m:t>
                              </m:r>
                              <m:r>
                                <a:rPr lang="en-US" sz="1200" i="1">
                                  <a:latin typeface="Cambria Math" panose="02040503050406030204" pitchFamily="18" charset="0"/>
                                </a:rPr>
                                <m:t>,</m:t>
                              </m:r>
                              <m:r>
                                <a:rPr lang="en-US" sz="1200" b="0" i="1" smtClean="0">
                                  <a:latin typeface="Cambria Math" panose="02040503050406030204" pitchFamily="18" charset="0"/>
                                </a:rPr>
                                <m:t>𝑞</m:t>
                              </m:r>
                            </m:sub>
                          </m:sSub>
                        </m:num>
                        <m:den>
                          <m:r>
                            <a:rPr lang="en-US" sz="1200" b="0" i="1" smtClean="0">
                              <a:latin typeface="Cambria Math" panose="02040503050406030204" pitchFamily="18" charset="0"/>
                            </a:rPr>
                            <m:t>𝐶</m:t>
                          </m:r>
                        </m:den>
                      </m:f>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𝜔</m:t>
                          </m:r>
                        </m:e>
                        <m:sub>
                          <m:r>
                            <a:rPr lang="en-US" sz="1200" i="1">
                              <a:latin typeface="Cambria Math" panose="02040503050406030204" pitchFamily="18" charset="0"/>
                            </a:rPr>
                            <m:t>0</m:t>
                          </m:r>
                        </m:sub>
                      </m:sSub>
                      <m:sSub>
                        <m:sSubPr>
                          <m:ctrlPr>
                            <a:rPr lang="en-US" sz="1200" i="1">
                              <a:latin typeface="Cambria Math" panose="02040503050406030204" pitchFamily="18" charset="0"/>
                            </a:rPr>
                          </m:ctrlPr>
                        </m:sSubPr>
                        <m:e>
                          <m:r>
                            <a:rPr lang="en-US" sz="1200" b="0" i="1" smtClean="0">
                              <a:latin typeface="Cambria Math" panose="02040503050406030204" pitchFamily="18" charset="0"/>
                            </a:rPr>
                            <m:t>𝑣</m:t>
                          </m:r>
                        </m:e>
                        <m:sub>
                          <m:r>
                            <a:rPr lang="en-US" sz="1200" b="0" i="1" smtClean="0">
                              <a:latin typeface="Cambria Math" panose="02040503050406030204" pitchFamily="18" charset="0"/>
                            </a:rPr>
                            <m:t>𝐶</m:t>
                          </m:r>
                          <m:r>
                            <a:rPr lang="en-US" sz="1200" i="1">
                              <a:latin typeface="Cambria Math" panose="02040503050406030204" pitchFamily="18" charset="0"/>
                            </a:rPr>
                            <m:t>,</m:t>
                          </m:r>
                          <m:r>
                            <a:rPr lang="en-US" sz="1200" i="1">
                              <a:latin typeface="Cambria Math" panose="02040503050406030204" pitchFamily="18" charset="0"/>
                            </a:rPr>
                            <m:t>𝑑</m:t>
                          </m:r>
                        </m:sub>
                      </m:sSub>
                    </m:oMath>
                  </a14:m>
                  <a:endParaRPr lang="en-US" sz="1200" dirty="0"/>
                </a:p>
                <a:p>
                  <a:pPr marL="342900" indent="-342900">
                    <a:buFont typeface="+mj-lt"/>
                    <a:buAutoNum type="arabicPeriod"/>
                  </a:pPr>
                  <a:endParaRPr lang="en-US" sz="1200" dirty="0"/>
                </a:p>
                <a:p>
                  <a:pPr marL="342900" indent="-342900">
                    <a:buFont typeface="+mj-lt"/>
                    <a:buAutoNum type="arabicPeriod"/>
                  </a:pPr>
                  <a14:m>
                    <m:oMath xmlns:m="http://schemas.openxmlformats.org/officeDocument/2006/math">
                      <m:acc>
                        <m:accPr>
                          <m:chr m:val="̇"/>
                          <m:ctrlPr>
                            <a:rPr lang="en-US" sz="1200" i="1">
                              <a:latin typeface="Cambria Math" panose="02040503050406030204" pitchFamily="18" charset="0"/>
                            </a:rPr>
                          </m:ctrlPr>
                        </m:accPr>
                        <m:e>
                          <m:sSub>
                            <m:sSubPr>
                              <m:ctrlPr>
                                <a:rPr lang="en-US" sz="1200" i="1" smtClean="0">
                                  <a:latin typeface="Cambria Math" panose="02040503050406030204" pitchFamily="18" charset="0"/>
                                </a:rPr>
                              </m:ctrlPr>
                            </m:sSubPr>
                            <m:e>
                              <m:acc>
                                <m:accPr>
                                  <m:chr m:val="̇"/>
                                  <m:ctrlPr>
                                    <a:rPr lang="en-US" sz="1200" i="1">
                                      <a:latin typeface="Cambria Math" panose="02040503050406030204" pitchFamily="18" charset="0"/>
                                    </a:rPr>
                                  </m:ctrlPr>
                                </m:accPr>
                                <m:e>
                                  <m:r>
                                    <a:rPr lang="en-US" sz="1200" i="1">
                                      <a:latin typeface="Cambria Math" panose="02040503050406030204" pitchFamily="18" charset="0"/>
                                    </a:rPr>
                                    <m:t>𝑖</m:t>
                                  </m:r>
                                </m:e>
                              </m:acc>
                            </m:e>
                            <m:sub>
                              <m:r>
                                <a:rPr lang="en-US" sz="1200" b="0" i="1" smtClean="0">
                                  <a:latin typeface="Cambria Math" panose="02040503050406030204" pitchFamily="18" charset="0"/>
                                </a:rPr>
                                <m:t>𝑑𝑐</m:t>
                              </m:r>
                            </m:sub>
                          </m:sSub>
                        </m:e>
                      </m:acc>
                      <m:r>
                        <a:rPr lang="en-US" sz="1200" i="1">
                          <a:latin typeface="Cambria Math" panose="02040503050406030204" pitchFamily="18" charset="0"/>
                        </a:rPr>
                        <m:t>=</m:t>
                      </m:r>
                      <m:f>
                        <m:fPr>
                          <m:ctrlPr>
                            <a:rPr lang="en-US" sz="1200" i="1" smtClean="0">
                              <a:latin typeface="Cambria Math" panose="02040503050406030204" pitchFamily="18" charset="0"/>
                            </a:rPr>
                          </m:ctrlPr>
                        </m:fPr>
                        <m:num>
                          <m:sSub>
                            <m:sSubPr>
                              <m:ctrlPr>
                                <a:rPr lang="en-US" sz="1200" i="1">
                                  <a:latin typeface="Cambria Math" panose="02040503050406030204" pitchFamily="18" charset="0"/>
                                </a:rPr>
                              </m:ctrlPr>
                            </m:sSubPr>
                            <m:e>
                              <m:r>
                                <a:rPr lang="en-US" sz="1200" i="1">
                                  <a:latin typeface="Cambria Math" panose="02040503050406030204" pitchFamily="18" charset="0"/>
                                </a:rPr>
                                <m:t>𝑣</m:t>
                              </m:r>
                            </m:e>
                            <m:sub>
                              <m:r>
                                <a:rPr lang="en-US" sz="1200" i="1">
                                  <a:latin typeface="Cambria Math" panose="02040503050406030204" pitchFamily="18" charset="0"/>
                                </a:rPr>
                                <m:t>𝑜</m:t>
                              </m:r>
                            </m:sub>
                          </m:sSub>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𝑣</m:t>
                              </m:r>
                            </m:e>
                            <m:sub>
                              <m:r>
                                <a:rPr lang="en-US" sz="1200" i="1">
                                  <a:latin typeface="Cambria Math" panose="02040503050406030204" pitchFamily="18" charset="0"/>
                                </a:rPr>
                                <m:t>𝑑𝑐</m:t>
                              </m:r>
                            </m:sub>
                          </m:sSub>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𝑅</m:t>
                              </m:r>
                            </m:e>
                            <m:sub>
                              <m:r>
                                <a:rPr lang="en-US" sz="1200" i="1">
                                  <a:latin typeface="Cambria Math" panose="02040503050406030204" pitchFamily="18" charset="0"/>
                                </a:rPr>
                                <m:t>𝐿</m:t>
                              </m:r>
                              <m:r>
                                <a:rPr lang="en-US" sz="1200" i="1">
                                  <a:latin typeface="Cambria Math" panose="02040503050406030204" pitchFamily="18" charset="0"/>
                                </a:rPr>
                                <m:t>,</m:t>
                              </m:r>
                              <m:r>
                                <a:rPr lang="en-US" sz="1200" i="1">
                                  <a:latin typeface="Cambria Math" panose="02040503050406030204" pitchFamily="18" charset="0"/>
                                </a:rPr>
                                <m:t>𝑑𝑐</m:t>
                              </m:r>
                            </m:sub>
                          </m:sSub>
                          <m:sSub>
                            <m:sSubPr>
                              <m:ctrlPr>
                                <a:rPr lang="en-US" sz="1200" i="1">
                                  <a:latin typeface="Cambria Math" panose="02040503050406030204" pitchFamily="18" charset="0"/>
                                </a:rPr>
                              </m:ctrlPr>
                            </m:sSubPr>
                            <m:e>
                              <m:r>
                                <a:rPr lang="en-US" sz="1200" i="1">
                                  <a:latin typeface="Cambria Math" panose="02040503050406030204" pitchFamily="18" charset="0"/>
                                </a:rPr>
                                <m:t>𝑖</m:t>
                              </m:r>
                            </m:e>
                            <m:sub>
                              <m:r>
                                <a:rPr lang="en-US" sz="1200" i="1">
                                  <a:latin typeface="Cambria Math" panose="02040503050406030204" pitchFamily="18" charset="0"/>
                                </a:rPr>
                                <m:t>𝑑𝑐</m:t>
                              </m:r>
                            </m:sub>
                          </m:sSub>
                        </m:num>
                        <m:den>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𝐿</m:t>
                              </m:r>
                            </m:e>
                            <m:sub>
                              <m:r>
                                <a:rPr lang="en-US" sz="1200" b="0" i="1" smtClean="0">
                                  <a:latin typeface="Cambria Math" panose="02040503050406030204" pitchFamily="18" charset="0"/>
                                </a:rPr>
                                <m:t>𝑑𝑐</m:t>
                              </m:r>
                            </m:sub>
                          </m:sSub>
                        </m:den>
                      </m:f>
                    </m:oMath>
                  </a14:m>
                  <a:endParaRPr lang="en-US" sz="1200" dirty="0"/>
                </a:p>
                <a:p>
                  <a:pPr marL="342900" indent="-342900">
                    <a:buFont typeface="+mj-lt"/>
                    <a:buAutoNum type="arabicPeriod"/>
                  </a:pPr>
                  <a14:m>
                    <m:oMath xmlns:m="http://schemas.openxmlformats.org/officeDocument/2006/math">
                      <m:sSub>
                        <m:sSubPr>
                          <m:ctrlPr>
                            <a:rPr lang="en-US" sz="1200" b="0" i="1" smtClean="0">
                              <a:latin typeface="Cambria Math" panose="02040503050406030204" pitchFamily="18" charset="0"/>
                            </a:rPr>
                          </m:ctrlPr>
                        </m:sSubPr>
                        <m:e>
                          <m:acc>
                            <m:accPr>
                              <m:chr m:val="̇"/>
                              <m:ctrlPr>
                                <a:rPr lang="en-US" sz="1200" i="1">
                                  <a:latin typeface="Cambria Math" panose="02040503050406030204" pitchFamily="18" charset="0"/>
                                </a:rPr>
                              </m:ctrlPr>
                            </m:accPr>
                            <m:e>
                              <m:r>
                                <a:rPr lang="en-US" sz="1200" b="0" i="1" smtClean="0">
                                  <a:latin typeface="Cambria Math" panose="02040503050406030204" pitchFamily="18" charset="0"/>
                                </a:rPr>
                                <m:t>𝑣</m:t>
                              </m:r>
                            </m:e>
                          </m:acc>
                        </m:e>
                        <m:sub>
                          <m:r>
                            <a:rPr lang="en-US" sz="1200" b="0" i="1" smtClean="0">
                              <a:latin typeface="Cambria Math" panose="02040503050406030204" pitchFamily="18" charset="0"/>
                            </a:rPr>
                            <m:t>𝑑𝑐</m:t>
                          </m:r>
                        </m:sub>
                      </m:sSub>
                      <m:r>
                        <a:rPr lang="en-US" sz="1200" b="0" i="1" smtClean="0">
                          <a:latin typeface="Cambria Math" panose="02040503050406030204" pitchFamily="18" charset="0"/>
                        </a:rPr>
                        <m:t>=</m:t>
                      </m:r>
                      <m:f>
                        <m:fPr>
                          <m:ctrlPr>
                            <a:rPr lang="en-US" sz="1200" b="0" i="1" smtClean="0">
                              <a:latin typeface="Cambria Math" panose="02040503050406030204" pitchFamily="18" charset="0"/>
                            </a:rPr>
                          </m:ctrlPr>
                        </m:fPr>
                        <m:num>
                          <m:r>
                            <a:rPr lang="en-US" sz="1200" b="0" i="1" smtClean="0">
                              <a:latin typeface="Cambria Math" panose="02040503050406030204" pitchFamily="18" charset="0"/>
                            </a:rPr>
                            <m:t>1</m:t>
                          </m:r>
                        </m:num>
                        <m:den>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𝐶</m:t>
                              </m:r>
                            </m:e>
                            <m:sub>
                              <m:r>
                                <a:rPr lang="en-US" sz="1200" b="0" i="1" smtClean="0">
                                  <a:latin typeface="Cambria Math" panose="02040503050406030204" pitchFamily="18" charset="0"/>
                                </a:rPr>
                                <m:t>𝑑𝑐</m:t>
                              </m:r>
                            </m:sub>
                          </m:sSub>
                        </m:den>
                      </m:f>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𝑅</m:t>
                          </m:r>
                        </m:e>
                        <m:sub>
                          <m:r>
                            <a:rPr lang="en-US" sz="1200" b="0" i="1" smtClean="0">
                              <a:latin typeface="Cambria Math" panose="02040503050406030204" pitchFamily="18" charset="0"/>
                            </a:rPr>
                            <m:t>𝑠h</m:t>
                          </m:r>
                        </m:sub>
                      </m:sSub>
                      <m:d>
                        <m:dPr>
                          <m:ctrlPr>
                            <a:rPr lang="en-US" sz="1200" b="0" i="1" smtClean="0">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𝑖</m:t>
                              </m:r>
                            </m:e>
                            <m:sub>
                              <m:r>
                                <a:rPr lang="en-US" sz="1200" b="0" i="1" smtClean="0">
                                  <a:latin typeface="Cambria Math" panose="02040503050406030204" pitchFamily="18" charset="0"/>
                                </a:rPr>
                                <m:t>𝑑𝑐</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𝑖</m:t>
                              </m:r>
                            </m:e>
                            <m:sub>
                              <m:r>
                                <a:rPr lang="en-US" sz="1200" b="0" i="1" smtClean="0">
                                  <a:latin typeface="Cambria Math" panose="02040503050406030204" pitchFamily="18" charset="0"/>
                                </a:rPr>
                                <m:t>𝑏</m:t>
                              </m:r>
                            </m:sub>
                          </m:sSub>
                        </m:e>
                      </m:d>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𝑅</m:t>
                          </m:r>
                        </m:e>
                        <m:sub>
                          <m:r>
                            <a:rPr lang="en-US" sz="1200" b="0" i="1" smtClean="0">
                              <a:latin typeface="Cambria Math" panose="02040503050406030204" pitchFamily="18" charset="0"/>
                            </a:rPr>
                            <m:t>𝑐</m:t>
                          </m:r>
                        </m:sub>
                      </m:sSub>
                      <m:d>
                        <m:dPr>
                          <m:ctrlPr>
                            <a:rPr lang="en-US" sz="1200" b="0" i="1" smtClean="0">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𝑖</m:t>
                              </m:r>
                            </m:e>
                            <m:sub>
                              <m:r>
                                <a:rPr lang="en-US" sz="1200" b="0" i="1" smtClean="0">
                                  <a:latin typeface="Cambria Math" panose="02040503050406030204" pitchFamily="18" charset="0"/>
                                </a:rPr>
                                <m:t>𝑑𝑐</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𝑖</m:t>
                              </m:r>
                            </m:e>
                            <m:sub>
                              <m:r>
                                <a:rPr lang="en-US" sz="1200" b="0" i="1" smtClean="0">
                                  <a:latin typeface="Cambria Math" panose="02040503050406030204" pitchFamily="18" charset="0"/>
                                </a:rPr>
                                <m:t>𝐶</m:t>
                              </m:r>
                              <m:r>
                                <a:rPr lang="en-US" sz="1200" b="0" i="1" smtClean="0">
                                  <a:latin typeface="Cambria Math" panose="02040503050406030204" pitchFamily="18" charset="0"/>
                                </a:rPr>
                                <m:t>,</m:t>
                              </m:r>
                              <m:r>
                                <a:rPr lang="en-US" sz="1200" b="0" i="1" smtClean="0">
                                  <a:latin typeface="Cambria Math" panose="02040503050406030204" pitchFamily="18" charset="0"/>
                                </a:rPr>
                                <m:t>𝑑𝑐</m:t>
                              </m:r>
                            </m:sub>
                          </m:sSub>
                        </m:e>
                      </m:d>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𝑣</m:t>
                          </m:r>
                        </m:e>
                        <m:sub>
                          <m:r>
                            <a:rPr lang="en-US" sz="1200" b="0" i="1" smtClean="0">
                              <a:latin typeface="Cambria Math" panose="02040503050406030204" pitchFamily="18" charset="0"/>
                            </a:rPr>
                            <m:t>𝐶</m:t>
                          </m:r>
                          <m:r>
                            <a:rPr lang="en-US" sz="1200" b="0" i="1" smtClean="0">
                              <a:latin typeface="Cambria Math" panose="02040503050406030204" pitchFamily="18" charset="0"/>
                            </a:rPr>
                            <m:t>,</m:t>
                          </m:r>
                          <m:r>
                            <a:rPr lang="en-US" sz="1200" b="0" i="1" smtClean="0">
                              <a:latin typeface="Cambria Math" panose="02040503050406030204" pitchFamily="18" charset="0"/>
                            </a:rPr>
                            <m:t>𝑑𝑐</m:t>
                          </m:r>
                          <m:r>
                            <a:rPr lang="en-US" sz="1200" b="0" i="1" smtClean="0">
                              <a:latin typeface="Cambria Math" panose="02040503050406030204" pitchFamily="18" charset="0"/>
                            </a:rPr>
                            <m:t> </m:t>
                          </m:r>
                        </m:sub>
                      </m:sSub>
                      <m:r>
                        <a:rPr lang="en-US" sz="1200" b="0" i="1" smtClean="0">
                          <a:latin typeface="Cambria Math" panose="02040503050406030204" pitchFamily="18" charset="0"/>
                        </a:rPr>
                        <m:t>]</m:t>
                      </m:r>
                    </m:oMath>
                  </a14:m>
                  <a:endParaRPr lang="en-US" sz="1200" dirty="0"/>
                </a:p>
              </p:txBody>
            </p:sp>
          </mc:Choice>
          <mc:Fallback xmlns="">
            <p:sp>
              <p:nvSpPr>
                <p:cNvPr id="4" name="TextBox 3">
                  <a:extLst>
                    <a:ext uri="{FF2B5EF4-FFF2-40B4-BE49-F238E27FC236}">
                      <a16:creationId xmlns:a16="http://schemas.microsoft.com/office/drawing/2014/main" id="{A811ECB9-24F9-6724-8602-1A3D14B4C057}"/>
                    </a:ext>
                  </a:extLst>
                </p:cNvPr>
                <p:cNvSpPr txBox="1">
                  <a:spLocks noRot="1" noChangeAspect="1" noMove="1" noResize="1" noEditPoints="1" noAdjustHandles="1" noChangeArrowheads="1" noChangeShapeType="1" noTextEdit="1"/>
                </p:cNvSpPr>
                <p:nvPr/>
              </p:nvSpPr>
              <p:spPr>
                <a:xfrm>
                  <a:off x="609600" y="938381"/>
                  <a:ext cx="5486400" cy="5438772"/>
                </a:xfrm>
                <a:prstGeom prst="rect">
                  <a:avLst/>
                </a:prstGeom>
                <a:blipFill>
                  <a:blip r:embed="rId2"/>
                  <a:stretch>
                    <a:fillRect l="-2283" t="-11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6B9A346-2583-3836-699F-C1F88B35F2D2}"/>
                    </a:ext>
                  </a:extLst>
                </p:cNvPr>
                <p:cNvSpPr txBox="1"/>
                <p:nvPr/>
              </p:nvSpPr>
              <p:spPr>
                <a:xfrm>
                  <a:off x="6053725" y="768915"/>
                  <a:ext cx="4090202" cy="5571619"/>
                </a:xfrm>
                <a:prstGeom prst="rect">
                  <a:avLst/>
                </a:prstGeom>
                <a:noFill/>
              </p:spPr>
              <p:txBody>
                <a:bodyPr wrap="none" lIns="0" tIns="0" rIns="0" bIns="0" rtlCol="0">
                  <a:spAutoFit/>
                </a:bodyPr>
                <a:lstStyle/>
                <a:p>
                  <a:pPr marL="342900" indent="-342900">
                    <a:buFont typeface="+mj-lt"/>
                    <a:buAutoNum type="arabicPeriod"/>
                  </a:pPr>
                  <a14:m>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𝑒</m:t>
                          </m:r>
                        </m:e>
                        <m:sub>
                          <m:r>
                            <a:rPr lang="en-US" sz="1200" b="0" i="1" smtClean="0">
                              <a:latin typeface="Cambria Math" panose="02040503050406030204" pitchFamily="18" charset="0"/>
                            </a:rPr>
                            <m:t>2</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acc>
                            <m:accPr>
                              <m:chr m:val="̂"/>
                              <m:ctrlPr>
                                <a:rPr lang="en-US" sz="1200" b="0" i="1" smtClean="0">
                                  <a:latin typeface="Cambria Math" panose="02040503050406030204" pitchFamily="18" charset="0"/>
                                </a:rPr>
                              </m:ctrlPr>
                            </m:accPr>
                            <m:e>
                              <m:r>
                                <a:rPr lang="en-US" sz="1200" b="0" i="1" smtClean="0">
                                  <a:latin typeface="Cambria Math" panose="02040503050406030204" pitchFamily="18" charset="0"/>
                                </a:rPr>
                                <m:t>𝑣</m:t>
                              </m:r>
                            </m:e>
                          </m:acc>
                        </m:e>
                        <m:sub>
                          <m:r>
                            <a:rPr lang="en-US" sz="1200" b="0" i="1" smtClean="0">
                              <a:latin typeface="Cambria Math" panose="02040503050406030204" pitchFamily="18" charset="0"/>
                            </a:rPr>
                            <m:t>𝑞</m:t>
                          </m:r>
                        </m:sub>
                      </m:sSub>
                    </m:oMath>
                  </a14:m>
                  <a:endParaRPr lang="en-US" sz="1200" b="0" i="1" dirty="0">
                    <a:latin typeface="Cambria Math" panose="02040503050406030204" pitchFamily="18" charset="0"/>
                  </a:endParaRPr>
                </a:p>
                <a:p>
                  <a:pPr marL="342900" indent="-342900">
                    <a:buFont typeface="+mj-lt"/>
                    <a:buAutoNum type="arabicPeriod"/>
                  </a:pPr>
                  <a14:m>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𝑣</m:t>
                          </m:r>
                        </m:e>
                        <m:sub>
                          <m:r>
                            <a:rPr lang="en-US" sz="1200" b="0" i="1" smtClean="0">
                              <a:latin typeface="Cambria Math" panose="02040503050406030204" pitchFamily="18" charset="0"/>
                            </a:rPr>
                            <m:t>𝐶</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𝑣</m:t>
                          </m:r>
                        </m:e>
                        <m:sub>
                          <m:r>
                            <a:rPr lang="en-US" sz="1200" b="0" i="1" smtClean="0">
                              <a:latin typeface="Cambria Math" panose="02040503050406030204" pitchFamily="18" charset="0"/>
                            </a:rPr>
                            <m:t>𝐶</m:t>
                          </m:r>
                          <m:r>
                            <a:rPr lang="en-US" sz="1200" b="0" i="1" smtClean="0">
                              <a:latin typeface="Cambria Math" panose="02040503050406030204" pitchFamily="18" charset="0"/>
                            </a:rPr>
                            <m:t>,</m:t>
                          </m:r>
                          <m:r>
                            <a:rPr lang="en-US" sz="1200" b="0" i="1" smtClean="0">
                              <a:latin typeface="Cambria Math" panose="02040503050406030204" pitchFamily="18" charset="0"/>
                            </a:rPr>
                            <m:t>𝑑</m:t>
                          </m:r>
                        </m:sub>
                      </m:sSub>
                      <m:func>
                        <m:funcPr>
                          <m:ctrlPr>
                            <a:rPr lang="en-US" sz="1200" b="0" i="1" smtClean="0">
                              <a:latin typeface="Cambria Math" panose="02040503050406030204" pitchFamily="18" charset="0"/>
                            </a:rPr>
                          </m:ctrlPr>
                        </m:funcPr>
                        <m:fName>
                          <m:r>
                            <m:rPr>
                              <m:sty m:val="p"/>
                            </m:rPr>
                            <a:rPr lang="en-US" sz="1200" b="0" i="0" smtClean="0">
                              <a:latin typeface="Cambria Math" panose="02040503050406030204" pitchFamily="18" charset="0"/>
                            </a:rPr>
                            <m:t>sin</m:t>
                          </m:r>
                        </m:fName>
                        <m:e>
                          <m:r>
                            <a:rPr lang="en-US" sz="1200" b="0" i="1" smtClean="0">
                              <a:latin typeface="Cambria Math" panose="02040503050406030204" pitchFamily="18" charset="0"/>
                            </a:rPr>
                            <m:t>𝜃</m:t>
                          </m:r>
                        </m:e>
                      </m:func>
                      <m:r>
                        <a:rPr lang="en-US" sz="1200" b="0" i="1" smtClean="0">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𝑣</m:t>
                          </m:r>
                        </m:e>
                        <m:sub>
                          <m:r>
                            <a:rPr lang="en-US" sz="1200" i="1">
                              <a:latin typeface="Cambria Math" panose="02040503050406030204" pitchFamily="18" charset="0"/>
                            </a:rPr>
                            <m:t>𝐶</m:t>
                          </m:r>
                          <m:r>
                            <a:rPr lang="en-US" sz="1200" i="1">
                              <a:latin typeface="Cambria Math" panose="02040503050406030204" pitchFamily="18" charset="0"/>
                            </a:rPr>
                            <m:t>,</m:t>
                          </m:r>
                          <m:r>
                            <a:rPr lang="en-US" sz="1200" b="0" i="1" smtClean="0">
                              <a:latin typeface="Cambria Math" panose="02040503050406030204" pitchFamily="18" charset="0"/>
                            </a:rPr>
                            <m:t>𝑞</m:t>
                          </m:r>
                        </m:sub>
                      </m:sSub>
                      <m:func>
                        <m:funcPr>
                          <m:ctrlPr>
                            <a:rPr lang="en-US" sz="1200" i="1">
                              <a:latin typeface="Cambria Math" panose="02040503050406030204" pitchFamily="18" charset="0"/>
                            </a:rPr>
                          </m:ctrlPr>
                        </m:funcPr>
                        <m:fName>
                          <m:r>
                            <m:rPr>
                              <m:sty m:val="p"/>
                            </m:rPr>
                            <a:rPr lang="en-US" sz="1200" b="0" i="0" smtClean="0">
                              <a:latin typeface="Cambria Math" panose="02040503050406030204" pitchFamily="18" charset="0"/>
                            </a:rPr>
                            <m:t>cos</m:t>
                          </m:r>
                        </m:fName>
                        <m:e>
                          <m:r>
                            <a:rPr lang="en-US" sz="1200" i="1">
                              <a:latin typeface="Cambria Math" panose="02040503050406030204" pitchFamily="18" charset="0"/>
                            </a:rPr>
                            <m:t>𝜃</m:t>
                          </m:r>
                        </m:e>
                      </m:func>
                    </m:oMath>
                  </a14:m>
                  <a:endParaRPr lang="en-US" sz="1200" dirty="0"/>
                </a:p>
                <a:p>
                  <a:pPr marL="342900" indent="-342900">
                    <a:buFont typeface="+mj-lt"/>
                    <a:buAutoNum type="arabicPeriod"/>
                  </a:pPr>
                  <a14:m>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𝑖</m:t>
                          </m:r>
                        </m:e>
                        <m:sub>
                          <m:r>
                            <a:rPr lang="en-US" sz="1200" b="0" i="1" smtClean="0">
                              <a:latin typeface="Cambria Math" panose="02040503050406030204" pitchFamily="18" charset="0"/>
                            </a:rPr>
                            <m:t>𝐿</m:t>
                          </m:r>
                        </m:sub>
                      </m:sSub>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b="0" i="1" smtClean="0">
                              <a:latin typeface="Cambria Math" panose="02040503050406030204" pitchFamily="18" charset="0"/>
                            </a:rPr>
                            <m:t>𝑖</m:t>
                          </m:r>
                        </m:e>
                        <m:sub>
                          <m:r>
                            <a:rPr lang="en-US" sz="1200" b="0" i="1" smtClean="0">
                              <a:latin typeface="Cambria Math" panose="02040503050406030204" pitchFamily="18" charset="0"/>
                            </a:rPr>
                            <m:t>𝐿</m:t>
                          </m:r>
                          <m:r>
                            <a:rPr lang="en-US" sz="1200" i="1">
                              <a:latin typeface="Cambria Math" panose="02040503050406030204" pitchFamily="18" charset="0"/>
                            </a:rPr>
                            <m:t>,</m:t>
                          </m:r>
                          <m:r>
                            <a:rPr lang="en-US" sz="1200" i="1">
                              <a:latin typeface="Cambria Math" panose="02040503050406030204" pitchFamily="18" charset="0"/>
                            </a:rPr>
                            <m:t>𝑑</m:t>
                          </m:r>
                        </m:sub>
                      </m:sSub>
                      <m:func>
                        <m:funcPr>
                          <m:ctrlPr>
                            <a:rPr lang="en-US" sz="1200" i="1">
                              <a:latin typeface="Cambria Math" panose="02040503050406030204" pitchFamily="18" charset="0"/>
                            </a:rPr>
                          </m:ctrlPr>
                        </m:funcPr>
                        <m:fName>
                          <m:r>
                            <m:rPr>
                              <m:sty m:val="p"/>
                            </m:rPr>
                            <a:rPr lang="en-US" sz="1200">
                              <a:latin typeface="Cambria Math" panose="02040503050406030204" pitchFamily="18" charset="0"/>
                            </a:rPr>
                            <m:t>sin</m:t>
                          </m:r>
                        </m:fName>
                        <m:e>
                          <m:r>
                            <a:rPr lang="en-US" sz="1200" i="1">
                              <a:latin typeface="Cambria Math" panose="02040503050406030204" pitchFamily="18" charset="0"/>
                            </a:rPr>
                            <m:t>𝜃</m:t>
                          </m:r>
                        </m:e>
                      </m:func>
                      <m:r>
                        <a:rPr lang="en-US" sz="1200" i="1">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𝑖</m:t>
                          </m:r>
                        </m:e>
                        <m:sub>
                          <m:r>
                            <a:rPr lang="en-US" sz="1200" b="0" i="1" smtClean="0">
                              <a:latin typeface="Cambria Math" panose="02040503050406030204" pitchFamily="18" charset="0"/>
                            </a:rPr>
                            <m:t>𝐿</m:t>
                          </m:r>
                          <m:r>
                            <a:rPr lang="en-US" sz="1200" b="0" i="1" smtClean="0">
                              <a:latin typeface="Cambria Math" panose="02040503050406030204" pitchFamily="18" charset="0"/>
                            </a:rPr>
                            <m:t>,</m:t>
                          </m:r>
                          <m:r>
                            <a:rPr lang="en-US" sz="1200" b="0" i="1" smtClean="0">
                              <a:latin typeface="Cambria Math" panose="02040503050406030204" pitchFamily="18" charset="0"/>
                            </a:rPr>
                            <m:t>𝑞</m:t>
                          </m:r>
                        </m:sub>
                      </m:sSub>
                      <m:func>
                        <m:funcPr>
                          <m:ctrlPr>
                            <a:rPr lang="en-US" sz="1200" i="1">
                              <a:latin typeface="Cambria Math" panose="02040503050406030204" pitchFamily="18" charset="0"/>
                            </a:rPr>
                          </m:ctrlPr>
                        </m:funcPr>
                        <m:fName>
                          <m:r>
                            <m:rPr>
                              <m:sty m:val="p"/>
                            </m:rPr>
                            <a:rPr lang="en-US" sz="1200">
                              <a:latin typeface="Cambria Math" panose="02040503050406030204" pitchFamily="18" charset="0"/>
                            </a:rPr>
                            <m:t>cos</m:t>
                          </m:r>
                        </m:fName>
                        <m:e>
                          <m:r>
                            <a:rPr lang="en-US" sz="1200" i="1">
                              <a:latin typeface="Cambria Math" panose="02040503050406030204" pitchFamily="18" charset="0"/>
                            </a:rPr>
                            <m:t>𝜃</m:t>
                          </m:r>
                        </m:e>
                      </m:func>
                    </m:oMath>
                  </a14:m>
                  <a:endParaRPr lang="en-US" sz="1200" dirty="0"/>
                </a:p>
                <a:p>
                  <a:pPr marL="342900" indent="-342900">
                    <a:buFont typeface="+mj-lt"/>
                    <a:buAutoNum type="arabicPeriod"/>
                  </a:pPr>
                  <a14:m>
                    <m:oMath xmlns:m="http://schemas.openxmlformats.org/officeDocument/2006/math">
                      <m:sSub>
                        <m:sSubPr>
                          <m:ctrlPr>
                            <a:rPr lang="en-US" sz="1200" b="0" i="1" smtClean="0">
                              <a:latin typeface="Cambria Math" panose="02040503050406030204" pitchFamily="18" charset="0"/>
                            </a:rPr>
                          </m:ctrlPr>
                        </m:sSubPr>
                        <m:e>
                          <m:acc>
                            <m:accPr>
                              <m:chr m:val="̂"/>
                              <m:ctrlPr>
                                <a:rPr lang="en-US" sz="1200" i="1" smtClean="0">
                                  <a:latin typeface="Cambria Math" panose="02040503050406030204" pitchFamily="18" charset="0"/>
                                </a:rPr>
                              </m:ctrlPr>
                            </m:accPr>
                            <m:e>
                              <m:r>
                                <a:rPr lang="en-US" sz="1200" b="0" i="1" smtClean="0">
                                  <a:latin typeface="Cambria Math" panose="02040503050406030204" pitchFamily="18" charset="0"/>
                                </a:rPr>
                                <m:t>𝑣</m:t>
                              </m:r>
                            </m:e>
                          </m:acc>
                        </m:e>
                        <m:sub>
                          <m:r>
                            <a:rPr lang="en-US" sz="1200" b="0" i="1" smtClean="0">
                              <a:latin typeface="Cambria Math" panose="02040503050406030204" pitchFamily="18" charset="0"/>
                            </a:rPr>
                            <m:t>𝑑</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𝑣</m:t>
                          </m:r>
                        </m:e>
                        <m:sub>
                          <m:r>
                            <a:rPr lang="en-US" sz="1200" b="0" i="1" smtClean="0">
                              <a:latin typeface="Cambria Math" panose="02040503050406030204" pitchFamily="18" charset="0"/>
                            </a:rPr>
                            <m:t>𝛼</m:t>
                          </m:r>
                        </m:sub>
                      </m:sSub>
                      <m:func>
                        <m:funcPr>
                          <m:ctrlPr>
                            <a:rPr lang="en-US" sz="1200" b="0" i="1" smtClean="0">
                              <a:latin typeface="Cambria Math" panose="02040503050406030204" pitchFamily="18" charset="0"/>
                            </a:rPr>
                          </m:ctrlPr>
                        </m:funcPr>
                        <m:fName>
                          <m:r>
                            <m:rPr>
                              <m:sty m:val="p"/>
                            </m:rPr>
                            <a:rPr lang="en-US" sz="1200" b="0" i="0" smtClean="0">
                              <a:latin typeface="Cambria Math" panose="02040503050406030204" pitchFamily="18" charset="0"/>
                            </a:rPr>
                            <m:t>sin</m:t>
                          </m:r>
                        </m:fName>
                        <m:e>
                          <m:r>
                            <a:rPr lang="en-US" sz="1200" b="0" i="1" smtClean="0">
                              <a:latin typeface="Cambria Math" panose="02040503050406030204" pitchFamily="18" charset="0"/>
                            </a:rPr>
                            <m:t>𝜃</m:t>
                          </m:r>
                        </m:e>
                      </m:func>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𝑣</m:t>
                          </m:r>
                        </m:e>
                        <m:sub>
                          <m:r>
                            <a:rPr lang="en-US" sz="1200" b="0" i="1" smtClean="0">
                              <a:latin typeface="Cambria Math" panose="02040503050406030204" pitchFamily="18" charset="0"/>
                            </a:rPr>
                            <m:t>𝛽</m:t>
                          </m:r>
                        </m:sub>
                      </m:sSub>
                      <m:func>
                        <m:funcPr>
                          <m:ctrlPr>
                            <a:rPr lang="en-US" sz="1200" b="0" i="1" smtClean="0">
                              <a:latin typeface="Cambria Math" panose="02040503050406030204" pitchFamily="18" charset="0"/>
                            </a:rPr>
                          </m:ctrlPr>
                        </m:funcPr>
                        <m:fName>
                          <m:r>
                            <m:rPr>
                              <m:sty m:val="p"/>
                            </m:rPr>
                            <a:rPr lang="en-US" sz="1200" b="0" i="0" smtClean="0">
                              <a:latin typeface="Cambria Math" panose="02040503050406030204" pitchFamily="18" charset="0"/>
                            </a:rPr>
                            <m:t>cos</m:t>
                          </m:r>
                        </m:fName>
                        <m:e>
                          <m:r>
                            <a:rPr lang="en-US" sz="1200" b="0" i="1" smtClean="0">
                              <a:latin typeface="Cambria Math" panose="02040503050406030204" pitchFamily="18" charset="0"/>
                            </a:rPr>
                            <m:t>𝜃</m:t>
                          </m:r>
                        </m:e>
                      </m:func>
                    </m:oMath>
                  </a14:m>
                  <a:endParaRPr lang="en-US" sz="1200" b="0" dirty="0"/>
                </a:p>
                <a:p>
                  <a:pPr marL="342900" indent="-342900">
                    <a:buFont typeface="+mj-lt"/>
                    <a:buAutoNum type="arabicPeriod"/>
                  </a:pPr>
                  <a14:m>
                    <m:oMath xmlns:m="http://schemas.openxmlformats.org/officeDocument/2006/math">
                      <m:sSub>
                        <m:sSubPr>
                          <m:ctrlPr>
                            <a:rPr lang="en-US" sz="1200" i="1">
                              <a:latin typeface="Cambria Math" panose="02040503050406030204" pitchFamily="18" charset="0"/>
                            </a:rPr>
                          </m:ctrlPr>
                        </m:sSubPr>
                        <m:e>
                          <m:acc>
                            <m:accPr>
                              <m:chr m:val="̂"/>
                              <m:ctrlPr>
                                <a:rPr lang="en-US" sz="1200" i="1">
                                  <a:latin typeface="Cambria Math" panose="02040503050406030204" pitchFamily="18" charset="0"/>
                                </a:rPr>
                              </m:ctrlPr>
                            </m:accPr>
                            <m:e>
                              <m:r>
                                <a:rPr lang="en-US" sz="1200" i="1">
                                  <a:latin typeface="Cambria Math" panose="02040503050406030204" pitchFamily="18" charset="0"/>
                                </a:rPr>
                                <m:t>𝑣</m:t>
                              </m:r>
                            </m:e>
                          </m:acc>
                        </m:e>
                        <m:sub>
                          <m:r>
                            <a:rPr lang="en-US" sz="1200" b="0" i="1" smtClean="0">
                              <a:latin typeface="Cambria Math" panose="02040503050406030204" pitchFamily="18" charset="0"/>
                            </a:rPr>
                            <m:t>𝑞</m:t>
                          </m:r>
                        </m:sub>
                      </m:sSub>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𝑣</m:t>
                          </m:r>
                        </m:e>
                        <m:sub>
                          <m:r>
                            <a:rPr lang="en-US" sz="1200" i="1">
                              <a:latin typeface="Cambria Math" panose="02040503050406030204" pitchFamily="18" charset="0"/>
                            </a:rPr>
                            <m:t>𝛼</m:t>
                          </m:r>
                        </m:sub>
                      </m:sSub>
                      <m:func>
                        <m:funcPr>
                          <m:ctrlPr>
                            <a:rPr lang="en-US" sz="1200" i="1">
                              <a:latin typeface="Cambria Math" panose="02040503050406030204" pitchFamily="18" charset="0"/>
                            </a:rPr>
                          </m:ctrlPr>
                        </m:funcPr>
                        <m:fName>
                          <m:r>
                            <m:rPr>
                              <m:sty m:val="p"/>
                            </m:rPr>
                            <a:rPr lang="en-US" sz="1200" b="0" i="0" smtClean="0">
                              <a:latin typeface="Cambria Math" panose="02040503050406030204" pitchFamily="18" charset="0"/>
                            </a:rPr>
                            <m:t>cos</m:t>
                          </m:r>
                        </m:fName>
                        <m:e>
                          <m:r>
                            <a:rPr lang="en-US" sz="1200" i="1">
                              <a:latin typeface="Cambria Math" panose="02040503050406030204" pitchFamily="18" charset="0"/>
                            </a:rPr>
                            <m:t>𝜃</m:t>
                          </m:r>
                        </m:e>
                      </m:func>
                      <m:r>
                        <a:rPr lang="en-US" sz="1200" b="0" i="1" smtClean="0">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𝑣</m:t>
                          </m:r>
                        </m:e>
                        <m:sub>
                          <m:r>
                            <a:rPr lang="en-US" sz="1200" i="1">
                              <a:latin typeface="Cambria Math" panose="02040503050406030204" pitchFamily="18" charset="0"/>
                            </a:rPr>
                            <m:t>𝛽</m:t>
                          </m:r>
                        </m:sub>
                      </m:sSub>
                      <m:func>
                        <m:funcPr>
                          <m:ctrlPr>
                            <a:rPr lang="en-US" sz="1200" i="1">
                              <a:latin typeface="Cambria Math" panose="02040503050406030204" pitchFamily="18" charset="0"/>
                            </a:rPr>
                          </m:ctrlPr>
                        </m:funcPr>
                        <m:fName>
                          <m:r>
                            <m:rPr>
                              <m:sty m:val="p"/>
                            </m:rPr>
                            <a:rPr lang="en-US" sz="1200" b="0" i="0" smtClean="0">
                              <a:latin typeface="Cambria Math" panose="02040503050406030204" pitchFamily="18" charset="0"/>
                            </a:rPr>
                            <m:t>sin</m:t>
                          </m:r>
                        </m:fName>
                        <m:e>
                          <m:r>
                            <a:rPr lang="en-US" sz="1200" i="1">
                              <a:latin typeface="Cambria Math" panose="02040503050406030204" pitchFamily="18" charset="0"/>
                            </a:rPr>
                            <m:t>𝜃</m:t>
                          </m:r>
                        </m:e>
                      </m:func>
                    </m:oMath>
                  </a14:m>
                  <a:endParaRPr lang="en-US" sz="1200" dirty="0"/>
                </a:p>
                <a:p>
                  <a:pPr marL="342900" indent="-342900">
                    <a:buFont typeface="+mj-lt"/>
                    <a:buAutoNum type="arabicPeriod"/>
                  </a:pPr>
                  <a14:m>
                    <m:oMath xmlns:m="http://schemas.openxmlformats.org/officeDocument/2006/math">
                      <m:sSub>
                        <m:sSubPr>
                          <m:ctrlPr>
                            <a:rPr lang="en-US" sz="1200" i="1">
                              <a:latin typeface="Cambria Math" panose="02040503050406030204" pitchFamily="18" charset="0"/>
                            </a:rPr>
                          </m:ctrlPr>
                        </m:sSubPr>
                        <m:e>
                          <m:acc>
                            <m:accPr>
                              <m:chr m:val="̂"/>
                              <m:ctrlPr>
                                <a:rPr lang="en-US" sz="1200" i="1">
                                  <a:latin typeface="Cambria Math" panose="02040503050406030204" pitchFamily="18" charset="0"/>
                                </a:rPr>
                              </m:ctrlPr>
                            </m:accPr>
                            <m:e>
                              <m:r>
                                <a:rPr lang="en-US" sz="1200" b="0" i="1" smtClean="0">
                                  <a:latin typeface="Cambria Math" panose="02040503050406030204" pitchFamily="18" charset="0"/>
                                </a:rPr>
                                <m:t>𝑖</m:t>
                              </m:r>
                            </m:e>
                          </m:acc>
                        </m:e>
                        <m:sub>
                          <m:r>
                            <a:rPr lang="en-US" sz="1200" i="1">
                              <a:latin typeface="Cambria Math" panose="02040503050406030204" pitchFamily="18" charset="0"/>
                            </a:rPr>
                            <m:t>𝑑</m:t>
                          </m:r>
                        </m:sub>
                      </m:sSub>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b="0" i="1" smtClean="0">
                              <a:latin typeface="Cambria Math" panose="02040503050406030204" pitchFamily="18" charset="0"/>
                            </a:rPr>
                            <m:t>𝑖</m:t>
                          </m:r>
                        </m:e>
                        <m:sub>
                          <m:r>
                            <a:rPr lang="en-US" sz="1200" i="1">
                              <a:latin typeface="Cambria Math" panose="02040503050406030204" pitchFamily="18" charset="0"/>
                            </a:rPr>
                            <m:t>𝛼</m:t>
                          </m:r>
                        </m:sub>
                      </m:sSub>
                      <m:func>
                        <m:funcPr>
                          <m:ctrlPr>
                            <a:rPr lang="en-US" sz="1200" i="1">
                              <a:latin typeface="Cambria Math" panose="02040503050406030204" pitchFamily="18" charset="0"/>
                            </a:rPr>
                          </m:ctrlPr>
                        </m:funcPr>
                        <m:fName>
                          <m:r>
                            <m:rPr>
                              <m:sty m:val="p"/>
                            </m:rPr>
                            <a:rPr lang="en-US" sz="1200">
                              <a:latin typeface="Cambria Math" panose="02040503050406030204" pitchFamily="18" charset="0"/>
                            </a:rPr>
                            <m:t>sin</m:t>
                          </m:r>
                        </m:fName>
                        <m:e>
                          <m:r>
                            <a:rPr lang="en-US" sz="1200" i="1">
                              <a:latin typeface="Cambria Math" panose="02040503050406030204" pitchFamily="18" charset="0"/>
                            </a:rPr>
                            <m:t>𝜃</m:t>
                          </m:r>
                        </m:e>
                      </m:func>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b="0" i="1" smtClean="0">
                              <a:latin typeface="Cambria Math" panose="02040503050406030204" pitchFamily="18" charset="0"/>
                            </a:rPr>
                            <m:t>𝑖</m:t>
                          </m:r>
                        </m:e>
                        <m:sub>
                          <m:r>
                            <a:rPr lang="en-US" sz="1200" i="1">
                              <a:latin typeface="Cambria Math" panose="02040503050406030204" pitchFamily="18" charset="0"/>
                            </a:rPr>
                            <m:t>𝛽</m:t>
                          </m:r>
                        </m:sub>
                      </m:sSub>
                      <m:func>
                        <m:funcPr>
                          <m:ctrlPr>
                            <a:rPr lang="en-US" sz="1200" i="1">
                              <a:latin typeface="Cambria Math" panose="02040503050406030204" pitchFamily="18" charset="0"/>
                            </a:rPr>
                          </m:ctrlPr>
                        </m:funcPr>
                        <m:fName>
                          <m:r>
                            <m:rPr>
                              <m:sty m:val="p"/>
                            </m:rPr>
                            <a:rPr lang="en-US" sz="1200">
                              <a:latin typeface="Cambria Math" panose="02040503050406030204" pitchFamily="18" charset="0"/>
                            </a:rPr>
                            <m:t>cos</m:t>
                          </m:r>
                        </m:fName>
                        <m:e>
                          <m:r>
                            <a:rPr lang="en-US" sz="1200" i="1">
                              <a:latin typeface="Cambria Math" panose="02040503050406030204" pitchFamily="18" charset="0"/>
                            </a:rPr>
                            <m:t>𝜃</m:t>
                          </m:r>
                        </m:e>
                      </m:func>
                    </m:oMath>
                  </a14:m>
                  <a:endParaRPr lang="en-US" sz="1200" dirty="0"/>
                </a:p>
                <a:p>
                  <a:pPr marL="342900" indent="-342900">
                    <a:buFont typeface="+mj-lt"/>
                    <a:buAutoNum type="arabicPeriod"/>
                  </a:pPr>
                  <a14:m>
                    <m:oMath xmlns:m="http://schemas.openxmlformats.org/officeDocument/2006/math">
                      <m:sSub>
                        <m:sSubPr>
                          <m:ctrlPr>
                            <a:rPr lang="en-US" sz="1200" i="1">
                              <a:latin typeface="Cambria Math" panose="02040503050406030204" pitchFamily="18" charset="0"/>
                            </a:rPr>
                          </m:ctrlPr>
                        </m:sSubPr>
                        <m:e>
                          <m:acc>
                            <m:accPr>
                              <m:chr m:val="̂"/>
                              <m:ctrlPr>
                                <a:rPr lang="en-US" sz="1200" i="1">
                                  <a:latin typeface="Cambria Math" panose="02040503050406030204" pitchFamily="18" charset="0"/>
                                </a:rPr>
                              </m:ctrlPr>
                            </m:accPr>
                            <m:e>
                              <m:r>
                                <a:rPr lang="en-US" sz="1200" b="0" i="1" smtClean="0">
                                  <a:latin typeface="Cambria Math" panose="02040503050406030204" pitchFamily="18" charset="0"/>
                                </a:rPr>
                                <m:t>𝑖</m:t>
                              </m:r>
                            </m:e>
                          </m:acc>
                        </m:e>
                        <m:sub>
                          <m:r>
                            <a:rPr lang="en-US" sz="1200" i="1">
                              <a:latin typeface="Cambria Math" panose="02040503050406030204" pitchFamily="18" charset="0"/>
                            </a:rPr>
                            <m:t>𝑞</m:t>
                          </m:r>
                        </m:sub>
                      </m:sSub>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b="0" i="1" smtClean="0">
                              <a:latin typeface="Cambria Math" panose="02040503050406030204" pitchFamily="18" charset="0"/>
                            </a:rPr>
                            <m:t>𝑖</m:t>
                          </m:r>
                        </m:e>
                        <m:sub>
                          <m:r>
                            <a:rPr lang="en-US" sz="1200" i="1">
                              <a:latin typeface="Cambria Math" panose="02040503050406030204" pitchFamily="18" charset="0"/>
                            </a:rPr>
                            <m:t>𝛼</m:t>
                          </m:r>
                        </m:sub>
                      </m:sSub>
                      <m:func>
                        <m:funcPr>
                          <m:ctrlPr>
                            <a:rPr lang="en-US" sz="1200" i="1">
                              <a:latin typeface="Cambria Math" panose="02040503050406030204" pitchFamily="18" charset="0"/>
                            </a:rPr>
                          </m:ctrlPr>
                        </m:funcPr>
                        <m:fName>
                          <m:r>
                            <m:rPr>
                              <m:sty m:val="p"/>
                            </m:rPr>
                            <a:rPr lang="en-US" sz="1200">
                              <a:latin typeface="Cambria Math" panose="02040503050406030204" pitchFamily="18" charset="0"/>
                            </a:rPr>
                            <m:t>cos</m:t>
                          </m:r>
                        </m:fName>
                        <m:e>
                          <m:r>
                            <a:rPr lang="en-US" sz="1200" i="1">
                              <a:latin typeface="Cambria Math" panose="02040503050406030204" pitchFamily="18" charset="0"/>
                            </a:rPr>
                            <m:t>𝜃</m:t>
                          </m:r>
                        </m:e>
                      </m:func>
                      <m:r>
                        <a:rPr lang="en-US" sz="1200" i="1">
                          <a:latin typeface="Cambria Math" panose="02040503050406030204" pitchFamily="18" charset="0"/>
                        </a:rPr>
                        <m:t>+</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𝑖</m:t>
                          </m:r>
                        </m:e>
                        <m:sub>
                          <m:r>
                            <a:rPr lang="en-US" sz="1200" i="1">
                              <a:latin typeface="Cambria Math" panose="02040503050406030204" pitchFamily="18" charset="0"/>
                            </a:rPr>
                            <m:t>𝛽</m:t>
                          </m:r>
                        </m:sub>
                      </m:sSub>
                      <m:func>
                        <m:funcPr>
                          <m:ctrlPr>
                            <a:rPr lang="en-US" sz="1200" i="1">
                              <a:latin typeface="Cambria Math" panose="02040503050406030204" pitchFamily="18" charset="0"/>
                            </a:rPr>
                          </m:ctrlPr>
                        </m:funcPr>
                        <m:fName>
                          <m:r>
                            <m:rPr>
                              <m:sty m:val="p"/>
                            </m:rPr>
                            <a:rPr lang="en-US" sz="1200">
                              <a:latin typeface="Cambria Math" panose="02040503050406030204" pitchFamily="18" charset="0"/>
                            </a:rPr>
                            <m:t>sin</m:t>
                          </m:r>
                        </m:fName>
                        <m:e>
                          <m:r>
                            <a:rPr lang="en-US" sz="1200" i="1">
                              <a:latin typeface="Cambria Math" panose="02040503050406030204" pitchFamily="18" charset="0"/>
                            </a:rPr>
                            <m:t>𝜃</m:t>
                          </m:r>
                        </m:e>
                      </m:func>
                    </m:oMath>
                  </a14:m>
                  <a:endParaRPr lang="en-US" sz="1200" dirty="0"/>
                </a:p>
                <a:p>
                  <a:pPr marL="342900" indent="-342900">
                    <a:buFont typeface="+mj-lt"/>
                    <a:buAutoNum type="arabicPeriod"/>
                  </a:pPr>
                  <a14:m>
                    <m:oMath xmlns:m="http://schemas.openxmlformats.org/officeDocument/2006/math">
                      <m:sSubSup>
                        <m:sSubSupPr>
                          <m:ctrlPr>
                            <a:rPr lang="en-US" sz="1200" b="0" i="1" strike="sngStrike" smtClean="0">
                              <a:latin typeface="Cambria Math" panose="02040503050406030204" pitchFamily="18" charset="0"/>
                            </a:rPr>
                          </m:ctrlPr>
                        </m:sSubSupPr>
                        <m:e>
                          <m:r>
                            <a:rPr lang="en-US" sz="1200" b="0" i="1" strike="sngStrike" smtClean="0">
                              <a:latin typeface="Cambria Math" panose="02040503050406030204" pitchFamily="18" charset="0"/>
                            </a:rPr>
                            <m:t>𝑖</m:t>
                          </m:r>
                        </m:e>
                        <m:sub>
                          <m:r>
                            <a:rPr lang="en-US" sz="1200" b="0" i="1" strike="sngStrike" smtClean="0">
                              <a:latin typeface="Cambria Math" panose="02040503050406030204" pitchFamily="18" charset="0"/>
                            </a:rPr>
                            <m:t>𝑑</m:t>
                          </m:r>
                        </m:sub>
                        <m:sup>
                          <m:r>
                            <a:rPr lang="en-US" sz="1200" b="0" i="1" strike="sngStrike" smtClean="0">
                              <a:latin typeface="Cambria Math" panose="02040503050406030204" pitchFamily="18" charset="0"/>
                            </a:rPr>
                            <m:t>∗</m:t>
                          </m:r>
                        </m:sup>
                      </m:sSubSup>
                      <m:r>
                        <a:rPr lang="en-US" sz="1200" b="0" i="1" strike="sngStrike" smtClean="0">
                          <a:latin typeface="Cambria Math" panose="02040503050406030204" pitchFamily="18" charset="0"/>
                        </a:rPr>
                        <m:t>=−</m:t>
                      </m:r>
                      <m:sSub>
                        <m:sSubPr>
                          <m:ctrlPr>
                            <a:rPr lang="en-US" sz="1200" b="0" i="1" strike="sngStrike" smtClean="0">
                              <a:latin typeface="Cambria Math" panose="02040503050406030204" pitchFamily="18" charset="0"/>
                            </a:rPr>
                          </m:ctrlPr>
                        </m:sSubPr>
                        <m:e>
                          <m:r>
                            <a:rPr lang="en-US" sz="1200" b="0" i="1" strike="sngStrike" smtClean="0">
                              <a:latin typeface="Cambria Math" panose="02040503050406030204" pitchFamily="18" charset="0"/>
                            </a:rPr>
                            <m:t>𝑘</m:t>
                          </m:r>
                        </m:e>
                        <m:sub>
                          <m:r>
                            <a:rPr lang="en-US" sz="1200" b="0" i="1" strike="sngStrike" smtClean="0">
                              <a:latin typeface="Cambria Math" panose="02040503050406030204" pitchFamily="18" charset="0"/>
                            </a:rPr>
                            <m:t>3</m:t>
                          </m:r>
                        </m:sub>
                      </m:sSub>
                      <m:d>
                        <m:dPr>
                          <m:ctrlPr>
                            <a:rPr lang="en-US" sz="1200" b="0" i="1" strike="sngStrike" smtClean="0">
                              <a:latin typeface="Cambria Math" panose="02040503050406030204" pitchFamily="18" charset="0"/>
                            </a:rPr>
                          </m:ctrlPr>
                        </m:dPr>
                        <m:e>
                          <m:sSubSup>
                            <m:sSubSupPr>
                              <m:ctrlPr>
                                <a:rPr lang="en-US" sz="1200" b="0" i="1" strike="sngStrike" smtClean="0">
                                  <a:latin typeface="Cambria Math" panose="02040503050406030204" pitchFamily="18" charset="0"/>
                                </a:rPr>
                              </m:ctrlPr>
                            </m:sSubSupPr>
                            <m:e>
                              <m:r>
                                <a:rPr lang="en-US" sz="1200" b="0" i="1" strike="sngStrike" smtClean="0">
                                  <a:latin typeface="Cambria Math" panose="02040503050406030204" pitchFamily="18" charset="0"/>
                                </a:rPr>
                                <m:t>𝑣</m:t>
                              </m:r>
                            </m:e>
                            <m:sub>
                              <m:r>
                                <a:rPr lang="en-US" sz="1200" b="0" i="1" strike="sngStrike" smtClean="0">
                                  <a:latin typeface="Cambria Math" panose="02040503050406030204" pitchFamily="18" charset="0"/>
                                </a:rPr>
                                <m:t>𝑑𝑐</m:t>
                              </m:r>
                            </m:sub>
                            <m:sup>
                              <m:r>
                                <a:rPr lang="en-US" sz="1200" b="0" i="1" strike="sngStrike" smtClean="0">
                                  <a:latin typeface="Cambria Math" panose="02040503050406030204" pitchFamily="18" charset="0"/>
                                </a:rPr>
                                <m:t>∗</m:t>
                              </m:r>
                            </m:sup>
                          </m:sSubSup>
                          <m:r>
                            <a:rPr lang="en-US" sz="1200" b="0" i="1" strike="sngStrike" smtClean="0">
                              <a:latin typeface="Cambria Math" panose="02040503050406030204" pitchFamily="18" charset="0"/>
                            </a:rPr>
                            <m:t>−</m:t>
                          </m:r>
                          <m:sSub>
                            <m:sSubPr>
                              <m:ctrlPr>
                                <a:rPr lang="en-US" sz="1200" b="0" i="1" strike="sngStrike" smtClean="0">
                                  <a:latin typeface="Cambria Math" panose="02040503050406030204" pitchFamily="18" charset="0"/>
                                </a:rPr>
                              </m:ctrlPr>
                            </m:sSubPr>
                            <m:e>
                              <m:r>
                                <a:rPr lang="en-US" sz="1200" b="0" i="1" strike="sngStrike" smtClean="0">
                                  <a:latin typeface="Cambria Math" panose="02040503050406030204" pitchFamily="18" charset="0"/>
                                </a:rPr>
                                <m:t>𝑣</m:t>
                              </m:r>
                            </m:e>
                            <m:sub>
                              <m:r>
                                <a:rPr lang="en-US" sz="1200" b="0" i="1" strike="sngStrike" smtClean="0">
                                  <a:latin typeface="Cambria Math" panose="02040503050406030204" pitchFamily="18" charset="0"/>
                                </a:rPr>
                                <m:t>𝑑𝑐</m:t>
                              </m:r>
                            </m:sub>
                          </m:sSub>
                        </m:e>
                      </m:d>
                      <m:r>
                        <a:rPr lang="en-US" sz="1200" b="0" i="1" strike="sngStrike" smtClean="0">
                          <a:latin typeface="Cambria Math" panose="02040503050406030204" pitchFamily="18" charset="0"/>
                        </a:rPr>
                        <m:t>−</m:t>
                      </m:r>
                      <m:sSub>
                        <m:sSubPr>
                          <m:ctrlPr>
                            <a:rPr lang="en-US" sz="1200" b="0" i="1" strike="sngStrike" smtClean="0">
                              <a:latin typeface="Cambria Math" panose="02040503050406030204" pitchFamily="18" charset="0"/>
                            </a:rPr>
                          </m:ctrlPr>
                        </m:sSubPr>
                        <m:e>
                          <m:r>
                            <a:rPr lang="en-US" sz="1200" b="0" i="1" strike="sngStrike" smtClean="0">
                              <a:latin typeface="Cambria Math" panose="02040503050406030204" pitchFamily="18" charset="0"/>
                            </a:rPr>
                            <m:t>𝑘</m:t>
                          </m:r>
                        </m:e>
                        <m:sub>
                          <m:r>
                            <a:rPr lang="en-US" sz="1200" b="0" i="1" strike="sngStrike" smtClean="0">
                              <a:latin typeface="Cambria Math" panose="02040503050406030204" pitchFamily="18" charset="0"/>
                            </a:rPr>
                            <m:t>4</m:t>
                          </m:r>
                        </m:sub>
                      </m:sSub>
                      <m:sSub>
                        <m:sSubPr>
                          <m:ctrlPr>
                            <a:rPr lang="en-US" sz="1200" b="0" i="1" strike="sngStrike" smtClean="0">
                              <a:latin typeface="Cambria Math" panose="02040503050406030204" pitchFamily="18" charset="0"/>
                            </a:rPr>
                          </m:ctrlPr>
                        </m:sSubPr>
                        <m:e>
                          <m:r>
                            <a:rPr lang="en-US" sz="1200" b="0" i="1" strike="sngStrike" smtClean="0">
                              <a:latin typeface="Cambria Math" panose="02040503050406030204" pitchFamily="18" charset="0"/>
                            </a:rPr>
                            <m:t>𝑒</m:t>
                          </m:r>
                        </m:e>
                        <m:sub>
                          <m:r>
                            <a:rPr lang="en-US" sz="1200" b="0" i="1" strike="sngStrike" smtClean="0">
                              <a:latin typeface="Cambria Math" panose="02040503050406030204" pitchFamily="18" charset="0"/>
                            </a:rPr>
                            <m:t>3</m:t>
                          </m:r>
                        </m:sub>
                      </m:sSub>
                    </m:oMath>
                  </a14:m>
                  <a:endParaRPr lang="en-US" sz="1200" b="0" strike="sngStrike" dirty="0"/>
                </a:p>
                <a:p>
                  <a:pPr marL="342900" indent="-342900">
                    <a:buFont typeface="+mj-lt"/>
                    <a:buAutoNum type="arabicPeriod"/>
                  </a:pPr>
                  <a:endParaRPr lang="en-US" sz="1200" b="0" dirty="0"/>
                </a:p>
                <a:p>
                  <a:pPr marL="342900" indent="-342900">
                    <a:buFont typeface="+mj-lt"/>
                    <a:buAutoNum type="arabicPeriod"/>
                  </a:pPr>
                  <a14:m>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𝑣</m:t>
                          </m:r>
                        </m:e>
                        <m:sub>
                          <m:r>
                            <a:rPr lang="en-US" sz="1200" b="0" i="1" smtClean="0">
                              <a:latin typeface="Cambria Math" panose="02040503050406030204" pitchFamily="18" charset="0"/>
                            </a:rPr>
                            <m:t>𝑃𝐼</m:t>
                          </m:r>
                          <m:r>
                            <a:rPr lang="en-US" sz="1200" b="0" i="1" smtClean="0">
                              <a:latin typeface="Cambria Math" panose="02040503050406030204" pitchFamily="18" charset="0"/>
                            </a:rPr>
                            <m:t>,</m:t>
                          </m:r>
                          <m:r>
                            <a:rPr lang="en-US" sz="1200" b="0" i="1" smtClean="0">
                              <a:latin typeface="Cambria Math" panose="02040503050406030204" pitchFamily="18" charset="0"/>
                            </a:rPr>
                            <m:t>𝑑</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𝑘</m:t>
                          </m:r>
                        </m:e>
                        <m:sub>
                          <m:r>
                            <a:rPr lang="en-US" sz="1200" b="0" i="1" smtClean="0">
                              <a:latin typeface="Cambria Math" panose="02040503050406030204" pitchFamily="18" charset="0"/>
                            </a:rPr>
                            <m:t>5</m:t>
                          </m:r>
                        </m:sub>
                      </m:sSub>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𝑒</m:t>
                          </m:r>
                        </m:e>
                        <m:sub>
                          <m:r>
                            <a:rPr lang="en-US" sz="1200" b="0" i="1" smtClean="0">
                              <a:latin typeface="Cambria Math" panose="02040503050406030204" pitchFamily="18" charset="0"/>
                            </a:rPr>
                            <m:t>4</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𝑘</m:t>
                          </m:r>
                        </m:e>
                        <m:sub>
                          <m:r>
                            <a:rPr lang="en-US" sz="1200" b="0" i="1" smtClean="0">
                              <a:latin typeface="Cambria Math" panose="02040503050406030204" pitchFamily="18" charset="0"/>
                            </a:rPr>
                            <m:t>6</m:t>
                          </m:r>
                        </m:sub>
                      </m:sSub>
                      <m:r>
                        <a:rPr lang="en-US" sz="1200" b="0" i="1" smtClean="0">
                          <a:latin typeface="Cambria Math" panose="02040503050406030204" pitchFamily="18" charset="0"/>
                        </a:rPr>
                        <m:t>(</m:t>
                      </m:r>
                      <m:sSubSup>
                        <m:sSubSupPr>
                          <m:ctrlPr>
                            <a:rPr lang="en-US" sz="1200" b="0" i="1" smtClean="0">
                              <a:latin typeface="Cambria Math" panose="02040503050406030204" pitchFamily="18" charset="0"/>
                            </a:rPr>
                          </m:ctrlPr>
                        </m:sSubSupPr>
                        <m:e>
                          <m:r>
                            <a:rPr lang="en-US" sz="1200" b="0" i="1" smtClean="0">
                              <a:latin typeface="Cambria Math" panose="02040503050406030204" pitchFamily="18" charset="0"/>
                            </a:rPr>
                            <m:t>𝑖</m:t>
                          </m:r>
                        </m:e>
                        <m:sub>
                          <m:r>
                            <a:rPr lang="en-US" sz="1200" b="0" i="1" smtClean="0">
                              <a:latin typeface="Cambria Math" panose="02040503050406030204" pitchFamily="18" charset="0"/>
                            </a:rPr>
                            <m:t>𝑑</m:t>
                          </m:r>
                        </m:sub>
                        <m:sup>
                          <m:r>
                            <a:rPr lang="en-US" sz="1200" b="0" i="1" smtClean="0">
                              <a:latin typeface="Cambria Math" panose="02040503050406030204" pitchFamily="18" charset="0"/>
                            </a:rPr>
                            <m:t>∗</m:t>
                          </m:r>
                        </m:sup>
                      </m:sSubSup>
                      <m:r>
                        <a:rPr lang="en-US" sz="1200" b="0" i="1" smtClean="0">
                          <a:latin typeface="Cambria Math" panose="02040503050406030204" pitchFamily="18" charset="0"/>
                        </a:rPr>
                        <m:t>−</m:t>
                      </m:r>
                      <m:sSub>
                        <m:sSubPr>
                          <m:ctrlPr>
                            <a:rPr lang="en-US" sz="1200" i="1">
                              <a:latin typeface="Cambria Math" panose="02040503050406030204" pitchFamily="18" charset="0"/>
                            </a:rPr>
                          </m:ctrlPr>
                        </m:sSubPr>
                        <m:e>
                          <m:acc>
                            <m:accPr>
                              <m:chr m:val="̂"/>
                              <m:ctrlPr>
                                <a:rPr lang="en-US" sz="1200" i="1">
                                  <a:latin typeface="Cambria Math" panose="02040503050406030204" pitchFamily="18" charset="0"/>
                                </a:rPr>
                              </m:ctrlPr>
                            </m:accPr>
                            <m:e>
                              <m:r>
                                <a:rPr lang="en-US" sz="1200" i="1">
                                  <a:latin typeface="Cambria Math" panose="02040503050406030204" pitchFamily="18" charset="0"/>
                                </a:rPr>
                                <m:t>𝑖</m:t>
                              </m:r>
                            </m:e>
                          </m:acc>
                        </m:e>
                        <m:sub>
                          <m:r>
                            <a:rPr lang="en-US" sz="1200" i="1">
                              <a:latin typeface="Cambria Math" panose="02040503050406030204" pitchFamily="18" charset="0"/>
                            </a:rPr>
                            <m:t>𝑑</m:t>
                          </m:r>
                        </m:sub>
                      </m:sSub>
                      <m:r>
                        <a:rPr lang="en-US" sz="1200" b="0" i="1" smtClean="0">
                          <a:latin typeface="Cambria Math" panose="02040503050406030204" pitchFamily="18" charset="0"/>
                        </a:rPr>
                        <m:t>)</m:t>
                      </m:r>
                    </m:oMath>
                  </a14:m>
                  <a:endParaRPr lang="en-US" sz="1200" dirty="0"/>
                </a:p>
                <a:p>
                  <a:pPr marL="342900" indent="-342900">
                    <a:buFont typeface="+mj-lt"/>
                    <a:buAutoNum type="arabicPeriod"/>
                  </a:pPr>
                  <a14:m>
                    <m:oMath xmlns:m="http://schemas.openxmlformats.org/officeDocument/2006/math">
                      <m:sSub>
                        <m:sSubPr>
                          <m:ctrlPr>
                            <a:rPr lang="en-US" sz="1200" i="1">
                              <a:latin typeface="Cambria Math" panose="02040503050406030204" pitchFamily="18" charset="0"/>
                            </a:rPr>
                          </m:ctrlPr>
                        </m:sSubPr>
                        <m:e>
                          <m:r>
                            <a:rPr lang="en-US" sz="1200" i="1">
                              <a:latin typeface="Cambria Math" panose="02040503050406030204" pitchFamily="18" charset="0"/>
                            </a:rPr>
                            <m:t>𝑣</m:t>
                          </m:r>
                        </m:e>
                        <m:sub>
                          <m:r>
                            <a:rPr lang="en-US" sz="1200" i="1">
                              <a:latin typeface="Cambria Math" panose="02040503050406030204" pitchFamily="18" charset="0"/>
                            </a:rPr>
                            <m:t>𝑃𝐼</m:t>
                          </m:r>
                          <m:r>
                            <a:rPr lang="en-US" sz="1200" i="1">
                              <a:latin typeface="Cambria Math" panose="02040503050406030204" pitchFamily="18" charset="0"/>
                            </a:rPr>
                            <m:t>,</m:t>
                          </m:r>
                          <m:r>
                            <a:rPr lang="en-US" sz="1200" b="0" i="1" smtClean="0">
                              <a:latin typeface="Cambria Math" panose="02040503050406030204" pitchFamily="18" charset="0"/>
                            </a:rPr>
                            <m:t>𝑞</m:t>
                          </m:r>
                        </m:sub>
                      </m:sSub>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𝑘</m:t>
                          </m:r>
                        </m:e>
                        <m:sub>
                          <m:r>
                            <a:rPr lang="en-US" sz="1200" b="0" i="1" smtClean="0">
                              <a:latin typeface="Cambria Math" panose="02040503050406030204" pitchFamily="18" charset="0"/>
                            </a:rPr>
                            <m:t>7</m:t>
                          </m:r>
                        </m:sub>
                      </m:sSub>
                      <m:sSub>
                        <m:sSubPr>
                          <m:ctrlPr>
                            <a:rPr lang="en-US" sz="1200" i="1">
                              <a:latin typeface="Cambria Math" panose="02040503050406030204" pitchFamily="18" charset="0"/>
                            </a:rPr>
                          </m:ctrlPr>
                        </m:sSubPr>
                        <m:e>
                          <m:r>
                            <a:rPr lang="en-US" sz="1200" i="1">
                              <a:latin typeface="Cambria Math" panose="02040503050406030204" pitchFamily="18" charset="0"/>
                            </a:rPr>
                            <m:t>𝑒</m:t>
                          </m:r>
                        </m:e>
                        <m:sub>
                          <m:r>
                            <a:rPr lang="en-US" sz="1200" b="0" i="1" smtClean="0">
                              <a:latin typeface="Cambria Math" panose="02040503050406030204" pitchFamily="18" charset="0"/>
                            </a:rPr>
                            <m:t>5</m:t>
                          </m:r>
                        </m:sub>
                      </m:sSub>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𝑘</m:t>
                          </m:r>
                        </m:e>
                        <m:sub>
                          <m:r>
                            <a:rPr lang="en-US" sz="1200" b="0" i="1" smtClean="0">
                              <a:latin typeface="Cambria Math" panose="02040503050406030204" pitchFamily="18" charset="0"/>
                            </a:rPr>
                            <m:t>8</m:t>
                          </m:r>
                        </m:sub>
                      </m:sSub>
                      <m:d>
                        <m:dPr>
                          <m:ctrlPr>
                            <a:rPr lang="en-US" sz="1200" i="1">
                              <a:latin typeface="Cambria Math" panose="02040503050406030204" pitchFamily="18" charset="0"/>
                            </a:rPr>
                          </m:ctrlPr>
                        </m:dPr>
                        <m:e>
                          <m:sSubSup>
                            <m:sSubSupPr>
                              <m:ctrlPr>
                                <a:rPr lang="en-US" sz="1200" i="1">
                                  <a:latin typeface="Cambria Math" panose="02040503050406030204" pitchFamily="18" charset="0"/>
                                </a:rPr>
                              </m:ctrlPr>
                            </m:sSubSupPr>
                            <m:e>
                              <m:r>
                                <a:rPr lang="en-US" sz="1200" i="1">
                                  <a:latin typeface="Cambria Math" panose="02040503050406030204" pitchFamily="18" charset="0"/>
                                </a:rPr>
                                <m:t>𝑖</m:t>
                              </m:r>
                            </m:e>
                            <m:sub>
                              <m:r>
                                <a:rPr lang="en-US" sz="1200" b="0" i="1" smtClean="0">
                                  <a:latin typeface="Cambria Math" panose="02040503050406030204" pitchFamily="18" charset="0"/>
                                </a:rPr>
                                <m:t>𝑞</m:t>
                              </m:r>
                            </m:sub>
                            <m:sup>
                              <m:r>
                                <a:rPr lang="en-US" sz="1200" i="1">
                                  <a:latin typeface="Cambria Math" panose="02040503050406030204" pitchFamily="18" charset="0"/>
                                </a:rPr>
                                <m:t>∗</m:t>
                              </m:r>
                            </m:sup>
                          </m:sSubSup>
                          <m:r>
                            <a:rPr lang="en-US" sz="1200" i="1">
                              <a:latin typeface="Cambria Math" panose="02040503050406030204" pitchFamily="18" charset="0"/>
                            </a:rPr>
                            <m:t>−</m:t>
                          </m:r>
                          <m:sSub>
                            <m:sSubPr>
                              <m:ctrlPr>
                                <a:rPr lang="en-US" sz="1200" i="1">
                                  <a:latin typeface="Cambria Math" panose="02040503050406030204" pitchFamily="18" charset="0"/>
                                </a:rPr>
                              </m:ctrlPr>
                            </m:sSubPr>
                            <m:e>
                              <m:acc>
                                <m:accPr>
                                  <m:chr m:val="̂"/>
                                  <m:ctrlPr>
                                    <a:rPr lang="en-US" sz="1200" i="1">
                                      <a:latin typeface="Cambria Math" panose="02040503050406030204" pitchFamily="18" charset="0"/>
                                    </a:rPr>
                                  </m:ctrlPr>
                                </m:accPr>
                                <m:e>
                                  <m:r>
                                    <a:rPr lang="en-US" sz="1200" i="1">
                                      <a:latin typeface="Cambria Math" panose="02040503050406030204" pitchFamily="18" charset="0"/>
                                    </a:rPr>
                                    <m:t>𝑖</m:t>
                                  </m:r>
                                </m:e>
                              </m:acc>
                            </m:e>
                            <m:sub>
                              <m:r>
                                <a:rPr lang="en-US" sz="1200" b="0" i="1" smtClean="0">
                                  <a:latin typeface="Cambria Math" panose="02040503050406030204" pitchFamily="18" charset="0"/>
                                </a:rPr>
                                <m:t>𝑞</m:t>
                              </m:r>
                            </m:sub>
                          </m:sSub>
                        </m:e>
                      </m:d>
                    </m:oMath>
                  </a14:m>
                  <a:endParaRPr lang="en-US" sz="1200" dirty="0"/>
                </a:p>
                <a:p>
                  <a:pPr marL="342900" indent="-342900">
                    <a:buFont typeface="+mj-lt"/>
                    <a:buAutoNum type="arabicPeriod"/>
                  </a:pPr>
                  <a14:m>
                    <m:oMath xmlns:m="http://schemas.openxmlformats.org/officeDocument/2006/math">
                      <m:sSubSup>
                        <m:sSubSupPr>
                          <m:ctrlPr>
                            <a:rPr lang="en-US" sz="1200" b="0" i="1" smtClean="0">
                              <a:latin typeface="Cambria Math" panose="02040503050406030204" pitchFamily="18" charset="0"/>
                            </a:rPr>
                          </m:ctrlPr>
                        </m:sSubSupPr>
                        <m:e>
                          <m:r>
                            <a:rPr lang="en-US" sz="1200" b="0" i="1" smtClean="0">
                              <a:latin typeface="Cambria Math" panose="02040503050406030204" pitchFamily="18" charset="0"/>
                            </a:rPr>
                            <m:t>𝑣</m:t>
                          </m:r>
                        </m:e>
                        <m:sub>
                          <m:r>
                            <a:rPr lang="en-US" sz="1200" b="0" i="1" smtClean="0">
                              <a:latin typeface="Cambria Math" panose="02040503050406030204" pitchFamily="18" charset="0"/>
                            </a:rPr>
                            <m:t>𝑐𝑜𝑛𝑣</m:t>
                          </m:r>
                          <m:r>
                            <a:rPr lang="en-US" sz="1200" b="0" i="1" smtClean="0">
                              <a:latin typeface="Cambria Math" panose="02040503050406030204" pitchFamily="18" charset="0"/>
                            </a:rPr>
                            <m:t>,</m:t>
                          </m:r>
                          <m:r>
                            <a:rPr lang="en-US" sz="1200" b="0" i="1" smtClean="0">
                              <a:latin typeface="Cambria Math" panose="02040503050406030204" pitchFamily="18" charset="0"/>
                            </a:rPr>
                            <m:t>𝑑</m:t>
                          </m:r>
                        </m:sub>
                        <m:sup>
                          <m:r>
                            <a:rPr lang="en-US" sz="1200" b="0" i="1" smtClean="0">
                              <a:latin typeface="Cambria Math" panose="02040503050406030204" pitchFamily="18" charset="0"/>
                            </a:rPr>
                            <m:t>∗</m:t>
                          </m:r>
                        </m:sup>
                      </m:sSubSup>
                      <m:r>
                        <a:rPr lang="en-US" sz="1200" b="0" i="1" smtClean="0">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𝑣</m:t>
                          </m:r>
                        </m:e>
                        <m:sub>
                          <m:r>
                            <a:rPr lang="en-US" sz="1200" i="1">
                              <a:latin typeface="Cambria Math" panose="02040503050406030204" pitchFamily="18" charset="0"/>
                            </a:rPr>
                            <m:t>𝑃𝐼</m:t>
                          </m:r>
                          <m:r>
                            <a:rPr lang="en-US" sz="1200" i="1">
                              <a:latin typeface="Cambria Math" panose="02040503050406030204" pitchFamily="18" charset="0"/>
                            </a:rPr>
                            <m:t>,</m:t>
                          </m:r>
                          <m:r>
                            <a:rPr lang="en-US" sz="1200" i="1">
                              <a:latin typeface="Cambria Math" panose="02040503050406030204" pitchFamily="18" charset="0"/>
                            </a:rPr>
                            <m:t>𝑑</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𝜔</m:t>
                          </m:r>
                        </m:e>
                        <m:sub>
                          <m:r>
                            <a:rPr lang="en-US" sz="1200" b="0" i="1" smtClean="0">
                              <a:latin typeface="Cambria Math" panose="02040503050406030204" pitchFamily="18" charset="0"/>
                            </a:rPr>
                            <m:t>0</m:t>
                          </m:r>
                        </m:sub>
                      </m:sSub>
                      <m:r>
                        <a:rPr lang="en-US" sz="1200" b="0" i="1" smtClean="0">
                          <a:latin typeface="Cambria Math" panose="02040503050406030204" pitchFamily="18" charset="0"/>
                        </a:rPr>
                        <m:t>𝐿</m:t>
                      </m:r>
                      <m:sSub>
                        <m:sSubPr>
                          <m:ctrlPr>
                            <a:rPr lang="en-US" sz="1200" i="1">
                              <a:latin typeface="Cambria Math" panose="02040503050406030204" pitchFamily="18" charset="0"/>
                            </a:rPr>
                          </m:ctrlPr>
                        </m:sSubPr>
                        <m:e>
                          <m:acc>
                            <m:accPr>
                              <m:chr m:val="̂"/>
                              <m:ctrlPr>
                                <a:rPr lang="en-US" sz="1200" i="1">
                                  <a:latin typeface="Cambria Math" panose="02040503050406030204" pitchFamily="18" charset="0"/>
                                </a:rPr>
                              </m:ctrlPr>
                            </m:accPr>
                            <m:e>
                              <m:r>
                                <a:rPr lang="en-US" sz="1200" i="1">
                                  <a:latin typeface="Cambria Math" panose="02040503050406030204" pitchFamily="18" charset="0"/>
                                </a:rPr>
                                <m:t>𝑖</m:t>
                              </m:r>
                            </m:e>
                          </m:acc>
                        </m:e>
                        <m:sub>
                          <m:r>
                            <a:rPr lang="en-US" sz="1200" i="1">
                              <a:latin typeface="Cambria Math" panose="02040503050406030204" pitchFamily="18" charset="0"/>
                            </a:rPr>
                            <m:t>𝑞</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𝑣</m:t>
                          </m:r>
                        </m:e>
                        <m:sub>
                          <m:r>
                            <a:rPr lang="en-US" sz="1200" b="0" i="1" smtClean="0">
                              <a:latin typeface="Cambria Math" panose="02040503050406030204" pitchFamily="18" charset="0"/>
                            </a:rPr>
                            <m:t>𝑑</m:t>
                          </m:r>
                          <m:r>
                            <a:rPr lang="en-US" sz="1200" b="0" i="1" smtClean="0">
                              <a:latin typeface="Cambria Math" panose="02040503050406030204" pitchFamily="18" charset="0"/>
                            </a:rPr>
                            <m:t>,</m:t>
                          </m:r>
                          <m:r>
                            <a:rPr lang="en-US" sz="1200" b="0" i="1" smtClean="0">
                              <a:latin typeface="Cambria Math" panose="02040503050406030204" pitchFamily="18" charset="0"/>
                            </a:rPr>
                            <m:t>𝑓𝑓</m:t>
                          </m:r>
                        </m:sub>
                      </m:sSub>
                    </m:oMath>
                  </a14:m>
                  <a:endParaRPr lang="en-US" sz="1200" dirty="0"/>
                </a:p>
                <a:p>
                  <a:pPr marL="342900" indent="-342900">
                    <a:buFont typeface="+mj-lt"/>
                    <a:buAutoNum type="arabicPeriod"/>
                  </a:pPr>
                  <a14:m>
                    <m:oMath xmlns:m="http://schemas.openxmlformats.org/officeDocument/2006/math">
                      <m:sSubSup>
                        <m:sSubSupPr>
                          <m:ctrlPr>
                            <a:rPr lang="en-US" sz="1200" i="1">
                              <a:latin typeface="Cambria Math" panose="02040503050406030204" pitchFamily="18" charset="0"/>
                            </a:rPr>
                          </m:ctrlPr>
                        </m:sSubSupPr>
                        <m:e>
                          <m:r>
                            <a:rPr lang="en-US" sz="1200" i="1">
                              <a:latin typeface="Cambria Math" panose="02040503050406030204" pitchFamily="18" charset="0"/>
                            </a:rPr>
                            <m:t>𝑣</m:t>
                          </m:r>
                        </m:e>
                        <m:sub>
                          <m:r>
                            <a:rPr lang="en-US" sz="1200" i="1">
                              <a:latin typeface="Cambria Math" panose="02040503050406030204" pitchFamily="18" charset="0"/>
                            </a:rPr>
                            <m:t>𝑐𝑜𝑛𝑣</m:t>
                          </m:r>
                          <m:r>
                            <a:rPr lang="en-US" sz="1200" i="1">
                              <a:latin typeface="Cambria Math" panose="02040503050406030204" pitchFamily="18" charset="0"/>
                            </a:rPr>
                            <m:t>,</m:t>
                          </m:r>
                          <m:r>
                            <a:rPr lang="en-US" sz="1200" b="0" i="1" smtClean="0">
                              <a:latin typeface="Cambria Math" panose="02040503050406030204" pitchFamily="18" charset="0"/>
                            </a:rPr>
                            <m:t>𝑞</m:t>
                          </m:r>
                        </m:sub>
                        <m:sup>
                          <m:r>
                            <a:rPr lang="en-US" sz="1200" i="1">
                              <a:latin typeface="Cambria Math" panose="02040503050406030204" pitchFamily="18" charset="0"/>
                            </a:rPr>
                            <m:t>∗</m:t>
                          </m:r>
                        </m:sup>
                      </m:sSubSup>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𝑣</m:t>
                          </m:r>
                        </m:e>
                        <m:sub>
                          <m:r>
                            <a:rPr lang="en-US" sz="1200" i="1">
                              <a:latin typeface="Cambria Math" panose="02040503050406030204" pitchFamily="18" charset="0"/>
                            </a:rPr>
                            <m:t>𝑃𝐼</m:t>
                          </m:r>
                          <m:r>
                            <a:rPr lang="en-US" sz="1200" i="1">
                              <a:latin typeface="Cambria Math" panose="02040503050406030204" pitchFamily="18" charset="0"/>
                            </a:rPr>
                            <m:t>,</m:t>
                          </m:r>
                          <m:r>
                            <a:rPr lang="en-US" sz="1200" b="0" i="1" smtClean="0">
                              <a:latin typeface="Cambria Math" panose="02040503050406030204" pitchFamily="18" charset="0"/>
                            </a:rPr>
                            <m:t>𝑞</m:t>
                          </m:r>
                        </m:sub>
                      </m:sSub>
                      <m:r>
                        <a:rPr lang="en-US" sz="1200" b="0" i="1" smtClean="0">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𝜔</m:t>
                          </m:r>
                        </m:e>
                        <m:sub>
                          <m:r>
                            <a:rPr lang="en-US" sz="1200" i="1">
                              <a:latin typeface="Cambria Math" panose="02040503050406030204" pitchFamily="18" charset="0"/>
                            </a:rPr>
                            <m:t>0</m:t>
                          </m:r>
                        </m:sub>
                      </m:sSub>
                      <m:r>
                        <a:rPr lang="en-US" sz="1200" i="1">
                          <a:latin typeface="Cambria Math" panose="02040503050406030204" pitchFamily="18" charset="0"/>
                        </a:rPr>
                        <m:t>𝐿</m:t>
                      </m:r>
                      <m:sSub>
                        <m:sSubPr>
                          <m:ctrlPr>
                            <a:rPr lang="en-US" sz="1200" i="1">
                              <a:latin typeface="Cambria Math" panose="02040503050406030204" pitchFamily="18" charset="0"/>
                            </a:rPr>
                          </m:ctrlPr>
                        </m:sSubPr>
                        <m:e>
                          <m:acc>
                            <m:accPr>
                              <m:chr m:val="̂"/>
                              <m:ctrlPr>
                                <a:rPr lang="en-US" sz="1200" i="1">
                                  <a:latin typeface="Cambria Math" panose="02040503050406030204" pitchFamily="18" charset="0"/>
                                </a:rPr>
                              </m:ctrlPr>
                            </m:accPr>
                            <m:e>
                              <m:r>
                                <a:rPr lang="en-US" sz="1200" i="1">
                                  <a:latin typeface="Cambria Math" panose="02040503050406030204" pitchFamily="18" charset="0"/>
                                </a:rPr>
                                <m:t>𝑖</m:t>
                              </m:r>
                            </m:e>
                          </m:acc>
                        </m:e>
                        <m:sub>
                          <m:r>
                            <a:rPr lang="en-US" sz="1200" b="0" i="1" smtClean="0">
                              <a:latin typeface="Cambria Math" panose="02040503050406030204" pitchFamily="18" charset="0"/>
                            </a:rPr>
                            <m:t>𝑑</m:t>
                          </m:r>
                        </m:sub>
                      </m:sSub>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𝑣</m:t>
                          </m:r>
                        </m:e>
                        <m:sub>
                          <m:r>
                            <a:rPr lang="en-US" sz="1200" b="0" i="1" smtClean="0">
                              <a:latin typeface="Cambria Math" panose="02040503050406030204" pitchFamily="18" charset="0"/>
                            </a:rPr>
                            <m:t>𝑞</m:t>
                          </m:r>
                          <m:r>
                            <a:rPr lang="en-US" sz="1200" i="1">
                              <a:latin typeface="Cambria Math" panose="02040503050406030204" pitchFamily="18" charset="0"/>
                            </a:rPr>
                            <m:t>,</m:t>
                          </m:r>
                          <m:r>
                            <a:rPr lang="en-US" sz="1200" i="1">
                              <a:latin typeface="Cambria Math" panose="02040503050406030204" pitchFamily="18" charset="0"/>
                            </a:rPr>
                            <m:t>𝑓𝑓</m:t>
                          </m:r>
                        </m:sub>
                      </m:sSub>
                    </m:oMath>
                  </a14:m>
                  <a:endParaRPr lang="en-US" sz="1200" dirty="0"/>
                </a:p>
                <a:p>
                  <a:pPr marL="342900" indent="-342900">
                    <a:buFont typeface="+mj-lt"/>
                    <a:buAutoNum type="arabicPeriod"/>
                  </a:pPr>
                  <a14:m>
                    <m:oMath xmlns:m="http://schemas.openxmlformats.org/officeDocument/2006/math">
                      <m:sSubSup>
                        <m:sSubSupPr>
                          <m:ctrlPr>
                            <a:rPr lang="en-US" sz="1200" i="1">
                              <a:latin typeface="Cambria Math" panose="02040503050406030204" pitchFamily="18" charset="0"/>
                            </a:rPr>
                          </m:ctrlPr>
                        </m:sSubSupPr>
                        <m:e>
                          <m:r>
                            <a:rPr lang="en-US" sz="1200" i="1">
                              <a:latin typeface="Cambria Math" panose="02040503050406030204" pitchFamily="18" charset="0"/>
                            </a:rPr>
                            <m:t>𝑣</m:t>
                          </m:r>
                        </m:e>
                        <m:sub>
                          <m:r>
                            <a:rPr lang="en-US" sz="1200" i="1">
                              <a:latin typeface="Cambria Math" panose="02040503050406030204" pitchFamily="18" charset="0"/>
                            </a:rPr>
                            <m:t>𝑐𝑜𝑛𝑣</m:t>
                          </m:r>
                          <m:r>
                            <a:rPr lang="en-US" sz="1200" i="1">
                              <a:latin typeface="Cambria Math" panose="02040503050406030204" pitchFamily="18" charset="0"/>
                            </a:rPr>
                            <m:t>,</m:t>
                          </m:r>
                          <m:r>
                            <a:rPr lang="en-US" sz="1200" b="0" i="1" smtClean="0">
                              <a:latin typeface="Cambria Math" panose="02040503050406030204" pitchFamily="18" charset="0"/>
                            </a:rPr>
                            <m:t>𝛼</m:t>
                          </m:r>
                        </m:sub>
                        <m:sup>
                          <m:r>
                            <a:rPr lang="en-US" sz="1200" i="1">
                              <a:latin typeface="Cambria Math" panose="02040503050406030204" pitchFamily="18" charset="0"/>
                            </a:rPr>
                            <m:t>∗</m:t>
                          </m:r>
                        </m:sup>
                      </m:sSubSup>
                      <m:r>
                        <a:rPr lang="en-US" sz="1200" i="1">
                          <a:latin typeface="Cambria Math" panose="02040503050406030204" pitchFamily="18" charset="0"/>
                        </a:rPr>
                        <m:t>=</m:t>
                      </m:r>
                      <m:sSubSup>
                        <m:sSubSupPr>
                          <m:ctrlPr>
                            <a:rPr lang="en-US" sz="1200" i="1">
                              <a:latin typeface="Cambria Math" panose="02040503050406030204" pitchFamily="18" charset="0"/>
                            </a:rPr>
                          </m:ctrlPr>
                        </m:sSubSupPr>
                        <m:e>
                          <m:r>
                            <a:rPr lang="en-US" sz="1200" i="1">
                              <a:latin typeface="Cambria Math" panose="02040503050406030204" pitchFamily="18" charset="0"/>
                            </a:rPr>
                            <m:t>𝑣</m:t>
                          </m:r>
                        </m:e>
                        <m:sub>
                          <m:r>
                            <a:rPr lang="en-US" sz="1200" i="1">
                              <a:latin typeface="Cambria Math" panose="02040503050406030204" pitchFamily="18" charset="0"/>
                            </a:rPr>
                            <m:t>𝑐𝑜𝑛𝑣</m:t>
                          </m:r>
                          <m:r>
                            <a:rPr lang="en-US" sz="1200" i="1">
                              <a:latin typeface="Cambria Math" panose="02040503050406030204" pitchFamily="18" charset="0"/>
                            </a:rPr>
                            <m:t>,</m:t>
                          </m:r>
                          <m:r>
                            <a:rPr lang="en-US" sz="1200" i="1">
                              <a:latin typeface="Cambria Math" panose="02040503050406030204" pitchFamily="18" charset="0"/>
                            </a:rPr>
                            <m:t>𝑑</m:t>
                          </m:r>
                        </m:sub>
                        <m:sup>
                          <m:r>
                            <a:rPr lang="en-US" sz="1200" i="1">
                              <a:latin typeface="Cambria Math" panose="02040503050406030204" pitchFamily="18" charset="0"/>
                            </a:rPr>
                            <m:t>∗</m:t>
                          </m:r>
                        </m:sup>
                      </m:sSubSup>
                      <m:func>
                        <m:funcPr>
                          <m:ctrlPr>
                            <a:rPr lang="en-US" sz="1200" i="1">
                              <a:latin typeface="Cambria Math" panose="02040503050406030204" pitchFamily="18" charset="0"/>
                            </a:rPr>
                          </m:ctrlPr>
                        </m:funcPr>
                        <m:fName>
                          <m:r>
                            <m:rPr>
                              <m:sty m:val="p"/>
                            </m:rPr>
                            <a:rPr lang="en-US" sz="1200">
                              <a:latin typeface="Cambria Math" panose="02040503050406030204" pitchFamily="18" charset="0"/>
                            </a:rPr>
                            <m:t>sin</m:t>
                          </m:r>
                        </m:fName>
                        <m:e>
                          <m:r>
                            <a:rPr lang="en-US" sz="1200" i="1">
                              <a:latin typeface="Cambria Math" panose="02040503050406030204" pitchFamily="18" charset="0"/>
                            </a:rPr>
                            <m:t>𝜃</m:t>
                          </m:r>
                        </m:e>
                      </m:func>
                      <m:r>
                        <a:rPr lang="en-US" sz="1200" i="1">
                          <a:latin typeface="Cambria Math" panose="02040503050406030204" pitchFamily="18" charset="0"/>
                        </a:rPr>
                        <m:t>+</m:t>
                      </m:r>
                      <m:sSubSup>
                        <m:sSubSupPr>
                          <m:ctrlPr>
                            <a:rPr lang="en-US" sz="1200" i="1">
                              <a:latin typeface="Cambria Math" panose="02040503050406030204" pitchFamily="18" charset="0"/>
                            </a:rPr>
                          </m:ctrlPr>
                        </m:sSubSupPr>
                        <m:e>
                          <m:r>
                            <a:rPr lang="en-US" sz="1200" i="1">
                              <a:latin typeface="Cambria Math" panose="02040503050406030204" pitchFamily="18" charset="0"/>
                            </a:rPr>
                            <m:t>𝑣</m:t>
                          </m:r>
                        </m:e>
                        <m:sub>
                          <m:r>
                            <a:rPr lang="en-US" sz="1200" i="1">
                              <a:latin typeface="Cambria Math" panose="02040503050406030204" pitchFamily="18" charset="0"/>
                            </a:rPr>
                            <m:t>𝑐𝑜𝑛𝑣</m:t>
                          </m:r>
                          <m:r>
                            <a:rPr lang="en-US" sz="1200" i="1">
                              <a:latin typeface="Cambria Math" panose="02040503050406030204" pitchFamily="18" charset="0"/>
                            </a:rPr>
                            <m:t>,</m:t>
                          </m:r>
                          <m:r>
                            <a:rPr lang="en-US" sz="1200" i="1">
                              <a:latin typeface="Cambria Math" panose="02040503050406030204" pitchFamily="18" charset="0"/>
                            </a:rPr>
                            <m:t>𝑞</m:t>
                          </m:r>
                        </m:sub>
                        <m:sup>
                          <m:r>
                            <a:rPr lang="en-US" sz="1200" i="1">
                              <a:latin typeface="Cambria Math" panose="02040503050406030204" pitchFamily="18" charset="0"/>
                            </a:rPr>
                            <m:t>∗</m:t>
                          </m:r>
                        </m:sup>
                      </m:sSubSup>
                      <m:func>
                        <m:funcPr>
                          <m:ctrlPr>
                            <a:rPr lang="en-US" sz="1200" i="1">
                              <a:latin typeface="Cambria Math" panose="02040503050406030204" pitchFamily="18" charset="0"/>
                            </a:rPr>
                          </m:ctrlPr>
                        </m:funcPr>
                        <m:fName>
                          <m:r>
                            <m:rPr>
                              <m:sty m:val="p"/>
                            </m:rPr>
                            <a:rPr lang="en-US" sz="1200">
                              <a:latin typeface="Cambria Math" panose="02040503050406030204" pitchFamily="18" charset="0"/>
                            </a:rPr>
                            <m:t>cos</m:t>
                          </m:r>
                        </m:fName>
                        <m:e>
                          <m:r>
                            <a:rPr lang="en-US" sz="1200" i="1">
                              <a:latin typeface="Cambria Math" panose="02040503050406030204" pitchFamily="18" charset="0"/>
                            </a:rPr>
                            <m:t>𝜃</m:t>
                          </m:r>
                        </m:e>
                      </m:func>
                    </m:oMath>
                  </a14:m>
                  <a:endParaRPr lang="en-US" sz="1200" dirty="0"/>
                </a:p>
                <a:p>
                  <a:pPr marL="342900" indent="-342900">
                    <a:buFont typeface="+mj-lt"/>
                    <a:buAutoNum type="arabicPeriod"/>
                  </a:pPr>
                  <a14:m>
                    <m:oMath xmlns:m="http://schemas.openxmlformats.org/officeDocument/2006/math">
                      <m:sSubSup>
                        <m:sSubSupPr>
                          <m:ctrlPr>
                            <a:rPr lang="en-US" sz="1200" i="1">
                              <a:latin typeface="Cambria Math" panose="02040503050406030204" pitchFamily="18" charset="0"/>
                            </a:rPr>
                          </m:ctrlPr>
                        </m:sSubSupPr>
                        <m:e>
                          <m:r>
                            <a:rPr lang="en-US" sz="1200" i="1">
                              <a:latin typeface="Cambria Math" panose="02040503050406030204" pitchFamily="18" charset="0"/>
                            </a:rPr>
                            <m:t>𝑣</m:t>
                          </m:r>
                        </m:e>
                        <m:sub>
                          <m:r>
                            <a:rPr lang="en-US" sz="1200" i="1">
                              <a:latin typeface="Cambria Math" panose="02040503050406030204" pitchFamily="18" charset="0"/>
                            </a:rPr>
                            <m:t>𝑐𝑜𝑛𝑣</m:t>
                          </m:r>
                          <m:r>
                            <a:rPr lang="en-US" sz="1200" i="1">
                              <a:latin typeface="Cambria Math" panose="02040503050406030204" pitchFamily="18" charset="0"/>
                            </a:rPr>
                            <m:t>,</m:t>
                          </m:r>
                          <m:r>
                            <a:rPr lang="en-US" sz="1200" b="0" i="1" smtClean="0">
                              <a:latin typeface="Cambria Math" panose="02040503050406030204" pitchFamily="18" charset="0"/>
                            </a:rPr>
                            <m:t>𝛽</m:t>
                          </m:r>
                        </m:sub>
                        <m:sup>
                          <m:r>
                            <a:rPr lang="en-US" sz="1200" i="1">
                              <a:latin typeface="Cambria Math" panose="02040503050406030204" pitchFamily="18" charset="0"/>
                            </a:rPr>
                            <m:t>∗</m:t>
                          </m:r>
                        </m:sup>
                      </m:sSubSup>
                      <m:r>
                        <a:rPr lang="en-US" sz="1200" i="1">
                          <a:latin typeface="Cambria Math" panose="02040503050406030204" pitchFamily="18" charset="0"/>
                        </a:rPr>
                        <m:t>=</m:t>
                      </m:r>
                      <m:r>
                        <a:rPr lang="en-US" sz="1200" b="0" i="1" smtClean="0">
                          <a:latin typeface="Cambria Math" panose="02040503050406030204" pitchFamily="18" charset="0"/>
                        </a:rPr>
                        <m:t>−</m:t>
                      </m:r>
                      <m:sSubSup>
                        <m:sSubSupPr>
                          <m:ctrlPr>
                            <a:rPr lang="en-US" sz="1200" i="1">
                              <a:latin typeface="Cambria Math" panose="02040503050406030204" pitchFamily="18" charset="0"/>
                            </a:rPr>
                          </m:ctrlPr>
                        </m:sSubSupPr>
                        <m:e>
                          <m:r>
                            <a:rPr lang="en-US" sz="1200" i="1">
                              <a:latin typeface="Cambria Math" panose="02040503050406030204" pitchFamily="18" charset="0"/>
                            </a:rPr>
                            <m:t>𝑣</m:t>
                          </m:r>
                        </m:e>
                        <m:sub>
                          <m:r>
                            <a:rPr lang="en-US" sz="1200" i="1">
                              <a:latin typeface="Cambria Math" panose="02040503050406030204" pitchFamily="18" charset="0"/>
                            </a:rPr>
                            <m:t>𝑐𝑜𝑛𝑣</m:t>
                          </m:r>
                          <m:r>
                            <a:rPr lang="en-US" sz="1200" i="1">
                              <a:latin typeface="Cambria Math" panose="02040503050406030204" pitchFamily="18" charset="0"/>
                            </a:rPr>
                            <m:t>,</m:t>
                          </m:r>
                          <m:r>
                            <a:rPr lang="en-US" sz="1200" i="1">
                              <a:latin typeface="Cambria Math" panose="02040503050406030204" pitchFamily="18" charset="0"/>
                            </a:rPr>
                            <m:t>𝑑</m:t>
                          </m:r>
                        </m:sub>
                        <m:sup>
                          <m:r>
                            <a:rPr lang="en-US" sz="1200" i="1">
                              <a:latin typeface="Cambria Math" panose="02040503050406030204" pitchFamily="18" charset="0"/>
                            </a:rPr>
                            <m:t>∗</m:t>
                          </m:r>
                        </m:sup>
                      </m:sSubSup>
                      <m:func>
                        <m:funcPr>
                          <m:ctrlPr>
                            <a:rPr lang="en-US" sz="1200" i="1">
                              <a:latin typeface="Cambria Math" panose="02040503050406030204" pitchFamily="18" charset="0"/>
                            </a:rPr>
                          </m:ctrlPr>
                        </m:funcPr>
                        <m:fName>
                          <m:r>
                            <m:rPr>
                              <m:sty m:val="p"/>
                            </m:rPr>
                            <a:rPr lang="en-US" sz="1200" b="0" i="0" smtClean="0">
                              <a:latin typeface="Cambria Math" panose="02040503050406030204" pitchFamily="18" charset="0"/>
                            </a:rPr>
                            <m:t>cos</m:t>
                          </m:r>
                        </m:fName>
                        <m:e>
                          <m:r>
                            <a:rPr lang="en-US" sz="1200" i="1">
                              <a:latin typeface="Cambria Math" panose="02040503050406030204" pitchFamily="18" charset="0"/>
                            </a:rPr>
                            <m:t>𝜃</m:t>
                          </m:r>
                        </m:e>
                      </m:func>
                      <m:r>
                        <a:rPr lang="en-US" sz="1200" i="1">
                          <a:latin typeface="Cambria Math" panose="02040503050406030204" pitchFamily="18" charset="0"/>
                        </a:rPr>
                        <m:t>+</m:t>
                      </m:r>
                      <m:sSubSup>
                        <m:sSubSupPr>
                          <m:ctrlPr>
                            <a:rPr lang="en-US" sz="1200" i="1">
                              <a:latin typeface="Cambria Math" panose="02040503050406030204" pitchFamily="18" charset="0"/>
                            </a:rPr>
                          </m:ctrlPr>
                        </m:sSubSupPr>
                        <m:e>
                          <m:r>
                            <a:rPr lang="en-US" sz="1200" i="1">
                              <a:latin typeface="Cambria Math" panose="02040503050406030204" pitchFamily="18" charset="0"/>
                            </a:rPr>
                            <m:t>𝑣</m:t>
                          </m:r>
                        </m:e>
                        <m:sub>
                          <m:r>
                            <a:rPr lang="en-US" sz="1200" i="1">
                              <a:latin typeface="Cambria Math" panose="02040503050406030204" pitchFamily="18" charset="0"/>
                            </a:rPr>
                            <m:t>𝑐𝑜𝑛𝑣</m:t>
                          </m:r>
                          <m:r>
                            <a:rPr lang="en-US" sz="1200" i="1">
                              <a:latin typeface="Cambria Math" panose="02040503050406030204" pitchFamily="18" charset="0"/>
                            </a:rPr>
                            <m:t>,</m:t>
                          </m:r>
                          <m:r>
                            <a:rPr lang="en-US" sz="1200" i="1">
                              <a:latin typeface="Cambria Math" panose="02040503050406030204" pitchFamily="18" charset="0"/>
                            </a:rPr>
                            <m:t>𝑞</m:t>
                          </m:r>
                        </m:sub>
                        <m:sup>
                          <m:r>
                            <a:rPr lang="en-US" sz="1200" i="1">
                              <a:latin typeface="Cambria Math" panose="02040503050406030204" pitchFamily="18" charset="0"/>
                            </a:rPr>
                            <m:t>∗</m:t>
                          </m:r>
                        </m:sup>
                      </m:sSubSup>
                      <m:func>
                        <m:funcPr>
                          <m:ctrlPr>
                            <a:rPr lang="en-US" sz="1200" i="1">
                              <a:latin typeface="Cambria Math" panose="02040503050406030204" pitchFamily="18" charset="0"/>
                            </a:rPr>
                          </m:ctrlPr>
                        </m:funcPr>
                        <m:fName>
                          <m:r>
                            <m:rPr>
                              <m:sty m:val="p"/>
                            </m:rPr>
                            <a:rPr lang="en-US" sz="1200" b="0" i="0" smtClean="0">
                              <a:latin typeface="Cambria Math" panose="02040503050406030204" pitchFamily="18" charset="0"/>
                            </a:rPr>
                            <m:t>sin</m:t>
                          </m:r>
                        </m:fName>
                        <m:e>
                          <m:r>
                            <a:rPr lang="en-US" sz="1200" i="1">
                              <a:latin typeface="Cambria Math" panose="02040503050406030204" pitchFamily="18" charset="0"/>
                            </a:rPr>
                            <m:t>𝜃</m:t>
                          </m:r>
                        </m:e>
                      </m:func>
                    </m:oMath>
                  </a14:m>
                  <a:endParaRPr lang="en-US" sz="1200" dirty="0"/>
                </a:p>
                <a:p>
                  <a:pPr marL="342900" indent="-342900">
                    <a:buFont typeface="+mj-lt"/>
                    <a:buAutoNum type="arabicPeriod"/>
                  </a:pP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𝑚</m:t>
                          </m:r>
                        </m:e>
                        <m:sup>
                          <m:r>
                            <a:rPr lang="en-US" sz="1200" b="0" i="1" smtClean="0">
                              <a:latin typeface="Cambria Math" panose="02040503050406030204" pitchFamily="18" charset="0"/>
                            </a:rPr>
                            <m:t>∗</m:t>
                          </m:r>
                        </m:sup>
                      </m:sSup>
                      <m:r>
                        <a:rPr lang="en-US" sz="1200" b="0" i="1" smtClean="0">
                          <a:latin typeface="Cambria Math" panose="02040503050406030204" pitchFamily="18" charset="0"/>
                        </a:rPr>
                        <m:t>=</m:t>
                      </m:r>
                      <m:f>
                        <m:fPr>
                          <m:ctrlPr>
                            <a:rPr lang="en-US" sz="1200" b="0" i="1" smtClean="0">
                              <a:latin typeface="Cambria Math" panose="02040503050406030204" pitchFamily="18" charset="0"/>
                            </a:rPr>
                          </m:ctrlPr>
                        </m:fPr>
                        <m:num>
                          <m:sSubSup>
                            <m:sSubSupPr>
                              <m:ctrlPr>
                                <a:rPr lang="en-US" sz="1200" b="0" i="1" smtClean="0">
                                  <a:latin typeface="Cambria Math" panose="02040503050406030204" pitchFamily="18" charset="0"/>
                                </a:rPr>
                              </m:ctrlPr>
                            </m:sSubSupPr>
                            <m:e>
                              <m:r>
                                <a:rPr lang="en-US" sz="1200" b="0" i="1" smtClean="0">
                                  <a:latin typeface="Cambria Math" panose="02040503050406030204" pitchFamily="18" charset="0"/>
                                </a:rPr>
                                <m:t>𝑣</m:t>
                              </m:r>
                            </m:e>
                            <m:sub>
                              <m:r>
                                <a:rPr lang="en-US" sz="1200" b="0" i="1" smtClean="0">
                                  <a:latin typeface="Cambria Math" panose="02040503050406030204" pitchFamily="18" charset="0"/>
                                </a:rPr>
                                <m:t>𝑐𝑜𝑛𝑣</m:t>
                              </m:r>
                              <m:r>
                                <a:rPr lang="en-US" sz="1200" b="0" i="1" smtClean="0">
                                  <a:latin typeface="Cambria Math" panose="02040503050406030204" pitchFamily="18" charset="0"/>
                                </a:rPr>
                                <m:t>,</m:t>
                              </m:r>
                              <m:r>
                                <a:rPr lang="en-US" sz="1200" b="0" i="1" smtClean="0">
                                  <a:latin typeface="Cambria Math" panose="02040503050406030204" pitchFamily="18" charset="0"/>
                                </a:rPr>
                                <m:t>𝛼</m:t>
                              </m:r>
                            </m:sub>
                            <m:sup>
                              <m:r>
                                <a:rPr lang="en-US" sz="1200" b="0" i="1" smtClean="0">
                                  <a:latin typeface="Cambria Math" panose="02040503050406030204" pitchFamily="18" charset="0"/>
                                </a:rPr>
                                <m:t>∗</m:t>
                              </m:r>
                            </m:sup>
                          </m:sSubSup>
                        </m:num>
                        <m:den>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𝑣</m:t>
                              </m:r>
                            </m:e>
                            <m:sub>
                              <m:r>
                                <a:rPr lang="en-US" sz="1200" b="0" i="1" smtClean="0">
                                  <a:latin typeface="Cambria Math" panose="02040503050406030204" pitchFamily="18" charset="0"/>
                                </a:rPr>
                                <m:t>𝑑𝑐</m:t>
                              </m:r>
                            </m:sub>
                          </m:sSub>
                        </m:den>
                      </m:f>
                    </m:oMath>
                  </a14:m>
                  <a:endParaRPr lang="en-US" sz="1200" b="0" dirty="0"/>
                </a:p>
                <a:p>
                  <a:pPr marL="342900" indent="-342900">
                    <a:buFont typeface="+mj-lt"/>
                    <a:buAutoNum type="arabicPeriod"/>
                  </a:pPr>
                  <a14:m>
                    <m:oMath xmlns:m="http://schemas.openxmlformats.org/officeDocument/2006/math">
                      <m:r>
                        <a:rPr lang="en-US" sz="1200" b="0" i="1" smtClean="0">
                          <a:latin typeface="Cambria Math" panose="02040503050406030204" pitchFamily="18" charset="0"/>
                        </a:rPr>
                        <m:t>𝑚</m:t>
                      </m:r>
                      <m:r>
                        <a:rPr lang="en-US" sz="1200" b="0" i="1" smtClean="0">
                          <a:latin typeface="Cambria Math" panose="02040503050406030204" pitchFamily="18" charset="0"/>
                        </a:rPr>
                        <m:t>=</m:t>
                      </m:r>
                      <m:r>
                        <m:rPr>
                          <m:sty m:val="p"/>
                        </m:rPr>
                        <a:rPr lang="en-US" sz="1200" b="0" i="0" smtClean="0">
                          <a:latin typeface="Cambria Math" panose="02040503050406030204" pitchFamily="18" charset="0"/>
                        </a:rPr>
                        <m:t>sat</m:t>
                      </m:r>
                      <m:d>
                        <m:dPr>
                          <m:ctrlPr>
                            <a:rPr lang="en-US" sz="1200" b="0" i="1" smtClean="0">
                              <a:latin typeface="Cambria Math" panose="02040503050406030204" pitchFamily="18" charset="0"/>
                            </a:rPr>
                          </m:ctrlPr>
                        </m:dPr>
                        <m:e>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𝑚</m:t>
                              </m:r>
                            </m:e>
                            <m:sup>
                              <m:r>
                                <a:rPr lang="en-US" sz="1200" b="0" i="1" smtClean="0">
                                  <a:latin typeface="Cambria Math" panose="02040503050406030204" pitchFamily="18" charset="0"/>
                                </a:rPr>
                                <m:t>∗</m:t>
                              </m:r>
                            </m:sup>
                          </m:sSup>
                          <m:r>
                            <a:rPr lang="en-US" sz="1200" b="0" i="1" smtClean="0">
                              <a:latin typeface="Cambria Math" panose="02040503050406030204" pitchFamily="18" charset="0"/>
                            </a:rPr>
                            <m:t>,−1,1</m:t>
                          </m:r>
                        </m:e>
                      </m:d>
                    </m:oMath>
                  </a14:m>
                  <a:endParaRPr lang="en-US" sz="1200" b="0" dirty="0"/>
                </a:p>
                <a:p>
                  <a:pPr marL="342900" indent="-342900">
                    <a:buFont typeface="+mj-lt"/>
                    <a:buAutoNum type="arabicPeriod"/>
                  </a:pPr>
                  <a14:m>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𝑣</m:t>
                          </m:r>
                        </m:e>
                        <m:sub>
                          <m:r>
                            <a:rPr lang="en-US" sz="1200" b="0" i="1" smtClean="0">
                              <a:latin typeface="Cambria Math" panose="02040503050406030204" pitchFamily="18" charset="0"/>
                            </a:rPr>
                            <m:t>𝑐𝑜𝑛𝑣</m:t>
                          </m:r>
                          <m:r>
                            <a:rPr lang="en-US" sz="1200" b="0" i="1" smtClean="0">
                              <a:latin typeface="Cambria Math" panose="02040503050406030204" pitchFamily="18" charset="0"/>
                            </a:rPr>
                            <m:t>,</m:t>
                          </m:r>
                          <m:r>
                            <a:rPr lang="en-US" sz="1200" b="0" i="1" smtClean="0">
                              <a:latin typeface="Cambria Math" panose="02040503050406030204" pitchFamily="18" charset="0"/>
                            </a:rPr>
                            <m:t>𝛼</m:t>
                          </m:r>
                        </m:sub>
                      </m:sSub>
                      <m:r>
                        <a:rPr lang="en-US" sz="1200" b="0" i="1" smtClean="0">
                          <a:latin typeface="Cambria Math" panose="02040503050406030204" pitchFamily="18" charset="0"/>
                        </a:rPr>
                        <m:t>=</m:t>
                      </m:r>
                      <m:r>
                        <a:rPr lang="en-US" sz="1200" b="0" i="1" smtClean="0">
                          <a:latin typeface="Cambria Math" panose="02040503050406030204" pitchFamily="18" charset="0"/>
                        </a:rPr>
                        <m:t>𝑚</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𝑣</m:t>
                          </m:r>
                        </m:e>
                        <m:sub>
                          <m:r>
                            <a:rPr lang="en-US" sz="1200" b="0" i="1" smtClean="0">
                              <a:latin typeface="Cambria Math" panose="02040503050406030204" pitchFamily="18" charset="0"/>
                            </a:rPr>
                            <m:t>𝑑𝑐</m:t>
                          </m:r>
                        </m:sub>
                      </m:sSub>
                    </m:oMath>
                  </a14:m>
                  <a:endParaRPr lang="en-US" sz="1200" b="0" dirty="0"/>
                </a:p>
                <a:p>
                  <a:pPr marL="342900" indent="-342900">
                    <a:buFont typeface="+mj-lt"/>
                    <a:buAutoNum type="arabicPeriod"/>
                  </a:pPr>
                  <a:endParaRPr lang="en-US" sz="1200" b="0" dirty="0"/>
                </a:p>
                <a:p>
                  <a:pPr marL="342900" indent="-342900">
                    <a:buFont typeface="+mj-lt"/>
                    <a:buAutoNum type="arabicPeriod"/>
                  </a:pPr>
                  <a14:m>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𝑖</m:t>
                          </m:r>
                        </m:e>
                        <m:sub>
                          <m:r>
                            <a:rPr lang="en-US" sz="1200" b="0" i="1" smtClean="0">
                              <a:latin typeface="Cambria Math" panose="02040503050406030204" pitchFamily="18" charset="0"/>
                            </a:rPr>
                            <m:t>𝑏</m:t>
                          </m:r>
                        </m:sub>
                      </m:sSub>
                      <m:r>
                        <a:rPr lang="en-US" sz="1200" b="0" i="1" smtClean="0">
                          <a:latin typeface="Cambria Math" panose="02040503050406030204" pitchFamily="18" charset="0"/>
                        </a:rPr>
                        <m:t>=</m:t>
                      </m:r>
                      <m:r>
                        <a:rPr lang="en-US" sz="1200" b="0" i="1" smtClean="0">
                          <a:latin typeface="Cambria Math" panose="02040503050406030204" pitchFamily="18" charset="0"/>
                        </a:rPr>
                        <m:t>𝑚</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𝑖</m:t>
                          </m:r>
                        </m:e>
                        <m:sub>
                          <m:r>
                            <a:rPr lang="en-US" sz="1200" b="0" i="1" smtClean="0">
                              <a:latin typeface="Cambria Math" panose="02040503050406030204" pitchFamily="18" charset="0"/>
                            </a:rPr>
                            <m:t>𝐿</m:t>
                          </m:r>
                        </m:sub>
                      </m:sSub>
                    </m:oMath>
                  </a14:m>
                  <a:endParaRPr lang="en-US" sz="1200" b="0" dirty="0"/>
                </a:p>
                <a:p>
                  <a:pPr marL="342900" indent="-342900">
                    <a:buFont typeface="+mj-lt"/>
                    <a:buAutoNum type="arabicPeriod"/>
                  </a:pPr>
                  <a14:m>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𝑣</m:t>
                          </m:r>
                        </m:e>
                        <m:sub>
                          <m:r>
                            <a:rPr lang="en-US" sz="1200" b="0" i="1" smtClean="0">
                              <a:latin typeface="Cambria Math" panose="02040503050406030204" pitchFamily="18" charset="0"/>
                            </a:rPr>
                            <m:t>𝑑𝑐</m:t>
                          </m:r>
                        </m:sub>
                      </m:sSub>
                      <m:r>
                        <a:rPr lang="en-US" sz="1200" b="0" i="1" smtClean="0">
                          <a:latin typeface="Cambria Math" panose="02040503050406030204" pitchFamily="18" charset="0"/>
                        </a:rPr>
                        <m:t>=</m:t>
                      </m:r>
                      <m:f>
                        <m:fPr>
                          <m:ctrlPr>
                            <a:rPr lang="en-US" sz="1200" b="0" i="1" smtClean="0">
                              <a:latin typeface="Cambria Math" panose="02040503050406030204" pitchFamily="18" charset="0"/>
                            </a:rPr>
                          </m:ctrlPr>
                        </m:fPr>
                        <m:num>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𝑅</m:t>
                              </m:r>
                            </m:e>
                            <m:sub>
                              <m:r>
                                <a:rPr lang="en-US" sz="1200" b="0" i="1" smtClean="0">
                                  <a:latin typeface="Cambria Math" panose="02040503050406030204" pitchFamily="18" charset="0"/>
                                </a:rPr>
                                <m:t>𝑠h</m:t>
                              </m:r>
                            </m:sub>
                          </m:sSub>
                        </m:num>
                        <m:den>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𝑅</m:t>
                              </m:r>
                            </m:e>
                            <m:sub>
                              <m:r>
                                <a:rPr lang="en-US" sz="1200" b="0" i="1" smtClean="0">
                                  <a:latin typeface="Cambria Math" panose="02040503050406030204" pitchFamily="18" charset="0"/>
                                </a:rPr>
                                <m:t>𝑠h</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𝑅</m:t>
                              </m:r>
                            </m:e>
                            <m:sub>
                              <m:r>
                                <a:rPr lang="en-US" sz="1200" b="0" i="1" smtClean="0">
                                  <a:latin typeface="Cambria Math" panose="02040503050406030204" pitchFamily="18" charset="0"/>
                                </a:rPr>
                                <m:t>𝐶</m:t>
                              </m:r>
                              <m:r>
                                <a:rPr lang="en-US" sz="1200" b="0" i="1" smtClean="0">
                                  <a:latin typeface="Cambria Math" panose="02040503050406030204" pitchFamily="18" charset="0"/>
                                </a:rPr>
                                <m:t>,</m:t>
                              </m:r>
                              <m:r>
                                <a:rPr lang="en-US" sz="1200" b="0" i="1" smtClean="0">
                                  <a:latin typeface="Cambria Math" panose="02040503050406030204" pitchFamily="18" charset="0"/>
                                </a:rPr>
                                <m:t>𝑑𝑐</m:t>
                              </m:r>
                            </m:sub>
                          </m:sSub>
                        </m:den>
                      </m:f>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𝑣</m:t>
                          </m:r>
                        </m:e>
                        <m:sub>
                          <m:r>
                            <a:rPr lang="en-US" sz="1200" b="0" i="1" smtClean="0">
                              <a:latin typeface="Cambria Math" panose="02040503050406030204" pitchFamily="18" charset="0"/>
                            </a:rPr>
                            <m:t>𝐶</m:t>
                          </m:r>
                          <m:r>
                            <a:rPr lang="en-US" sz="1200" b="0" i="1" smtClean="0">
                              <a:latin typeface="Cambria Math" panose="02040503050406030204" pitchFamily="18" charset="0"/>
                            </a:rPr>
                            <m:t>,</m:t>
                          </m:r>
                          <m:r>
                            <a:rPr lang="en-US" sz="1200" b="0" i="1" smtClean="0">
                              <a:latin typeface="Cambria Math" panose="02040503050406030204" pitchFamily="18" charset="0"/>
                            </a:rPr>
                            <m:t>𝑑𝑐</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𝑅</m:t>
                          </m:r>
                        </m:e>
                        <m:sub>
                          <m:r>
                            <a:rPr lang="en-US" sz="1200" b="0" i="1" smtClean="0">
                              <a:latin typeface="Cambria Math" panose="02040503050406030204" pitchFamily="18" charset="0"/>
                            </a:rPr>
                            <m:t>𝐶</m:t>
                          </m:r>
                          <m:r>
                            <a:rPr lang="en-US" sz="1200" b="0" i="1" smtClean="0">
                              <a:latin typeface="Cambria Math" panose="02040503050406030204" pitchFamily="18" charset="0"/>
                            </a:rPr>
                            <m:t>,</m:t>
                          </m:r>
                          <m:r>
                            <a:rPr lang="en-US" sz="1200" b="0" i="1" smtClean="0">
                              <a:latin typeface="Cambria Math" panose="02040503050406030204" pitchFamily="18" charset="0"/>
                            </a:rPr>
                            <m:t>𝑑𝑐</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𝑖</m:t>
                          </m:r>
                        </m:e>
                        <m:sub>
                          <m:r>
                            <a:rPr lang="en-US" sz="1200" b="0" i="1" smtClean="0">
                              <a:latin typeface="Cambria Math" panose="02040503050406030204" pitchFamily="18" charset="0"/>
                            </a:rPr>
                            <m:t>𝐶</m:t>
                          </m:r>
                          <m:r>
                            <a:rPr lang="en-US" sz="1200" b="0" i="1" smtClean="0">
                              <a:latin typeface="Cambria Math" panose="02040503050406030204" pitchFamily="18" charset="0"/>
                            </a:rPr>
                            <m:t>,</m:t>
                          </m:r>
                          <m:r>
                            <a:rPr lang="en-US" sz="1200" b="0" i="1" smtClean="0">
                              <a:latin typeface="Cambria Math" panose="02040503050406030204" pitchFamily="18" charset="0"/>
                            </a:rPr>
                            <m:t>𝑑𝑐</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𝑖</m:t>
                          </m:r>
                        </m:e>
                        <m:sub>
                          <m:r>
                            <a:rPr lang="en-US" sz="1200" b="0" i="1" smtClean="0">
                              <a:latin typeface="Cambria Math" panose="02040503050406030204" pitchFamily="18" charset="0"/>
                            </a:rPr>
                            <m:t>𝑏</m:t>
                          </m:r>
                        </m:sub>
                      </m:sSub>
                      <m:r>
                        <a:rPr lang="en-US" sz="1200" b="0" i="1" smtClean="0">
                          <a:latin typeface="Cambria Math" panose="02040503050406030204" pitchFamily="18" charset="0"/>
                        </a:rPr>
                        <m:t>)]</m:t>
                      </m:r>
                    </m:oMath>
                  </a14:m>
                  <a:endParaRPr lang="en-US" sz="1200" dirty="0"/>
                </a:p>
              </p:txBody>
            </p:sp>
          </mc:Choice>
          <mc:Fallback xmlns="">
            <p:sp>
              <p:nvSpPr>
                <p:cNvPr id="6" name="TextBox 5">
                  <a:extLst>
                    <a:ext uri="{FF2B5EF4-FFF2-40B4-BE49-F238E27FC236}">
                      <a16:creationId xmlns:a16="http://schemas.microsoft.com/office/drawing/2014/main" id="{56B9A346-2583-3836-699F-C1F88B35F2D2}"/>
                    </a:ext>
                  </a:extLst>
                </p:cNvPr>
                <p:cNvSpPr txBox="1">
                  <a:spLocks noRot="1" noChangeAspect="1" noMove="1" noResize="1" noEditPoints="1" noAdjustHandles="1" noChangeArrowheads="1" noChangeShapeType="1" noTextEdit="1"/>
                </p:cNvSpPr>
                <p:nvPr/>
              </p:nvSpPr>
              <p:spPr>
                <a:xfrm>
                  <a:off x="6053725" y="768915"/>
                  <a:ext cx="4090202" cy="5571619"/>
                </a:xfrm>
                <a:prstGeom prst="rect">
                  <a:avLst/>
                </a:prstGeom>
                <a:blipFill>
                  <a:blip r:embed="rId3"/>
                  <a:stretch>
                    <a:fillRect l="-3061" t="-1127" r="-16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4ED76158-0A67-E145-1633-865FA7E104E8}"/>
                    </a:ext>
                  </a:extLst>
                </p:cNvPr>
                <p:cNvSpPr txBox="1"/>
                <p:nvPr/>
              </p:nvSpPr>
              <p:spPr>
                <a:xfrm>
                  <a:off x="10650414" y="768915"/>
                  <a:ext cx="1542399" cy="1244711"/>
                </a:xfrm>
                <a:prstGeom prst="rect">
                  <a:avLst/>
                </a:prstGeom>
                <a:noFill/>
              </p:spPr>
              <p:txBody>
                <a:bodyPr wrap="none" lIns="0" tIns="0" rIns="0" bIns="0" rtlCol="0">
                  <a:spAutoFit/>
                </a:bodyPr>
                <a:lstStyle/>
                <a:p>
                  <a:pPr marL="342900" indent="-342900">
                    <a:buFont typeface="+mj-lt"/>
                    <a:buAutoNum type="arabicPeriod"/>
                  </a:pPr>
                  <a14:m>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𝑣</m:t>
                          </m:r>
                        </m:e>
                        <m:sub>
                          <m:r>
                            <a:rPr lang="en-US" sz="1200" b="0" i="1" smtClean="0">
                              <a:latin typeface="Cambria Math" panose="02040503050406030204" pitchFamily="18" charset="0"/>
                            </a:rPr>
                            <m:t>𝑑</m:t>
                          </m:r>
                          <m:r>
                            <a:rPr lang="en-US" sz="1200" b="0" i="1" smtClean="0">
                              <a:latin typeface="Cambria Math" panose="02040503050406030204" pitchFamily="18" charset="0"/>
                            </a:rPr>
                            <m:t>,</m:t>
                          </m:r>
                          <m:r>
                            <a:rPr lang="en-US" sz="1200" b="0" i="1" smtClean="0">
                              <a:latin typeface="Cambria Math" panose="02040503050406030204" pitchFamily="18" charset="0"/>
                            </a:rPr>
                            <m:t>𝑓𝑓</m:t>
                          </m:r>
                        </m:sub>
                      </m:sSub>
                      <m:r>
                        <a:rPr lang="en-US" sz="1200" b="0" i="1" smtClean="0">
                          <a:latin typeface="Cambria Math" panose="02040503050406030204" pitchFamily="18" charset="0"/>
                        </a:rPr>
                        <m:t>=170</m:t>
                      </m:r>
                    </m:oMath>
                  </a14:m>
                  <a:endParaRPr lang="en-US" sz="1200" b="0" dirty="0"/>
                </a:p>
                <a:p>
                  <a:pPr marL="342900" indent="-342900">
                    <a:buFont typeface="+mj-lt"/>
                    <a:buAutoNum type="arabicPeriod"/>
                  </a:pPr>
                  <a14:m>
                    <m:oMath xmlns:m="http://schemas.openxmlformats.org/officeDocument/2006/math">
                      <m:sSub>
                        <m:sSubPr>
                          <m:ctrlPr>
                            <a:rPr lang="en-US" sz="1200" i="1" smtClean="0">
                              <a:latin typeface="Cambria Math" panose="02040503050406030204" pitchFamily="18" charset="0"/>
                            </a:rPr>
                          </m:ctrlPr>
                        </m:sSubPr>
                        <m:e>
                          <m:r>
                            <a:rPr lang="en-US" sz="1200" i="1">
                              <a:latin typeface="Cambria Math" panose="02040503050406030204" pitchFamily="18" charset="0"/>
                            </a:rPr>
                            <m:t>𝑣</m:t>
                          </m:r>
                        </m:e>
                        <m:sub>
                          <m:r>
                            <a:rPr lang="en-US" sz="1200" b="0" i="1" smtClean="0">
                              <a:latin typeface="Cambria Math" panose="02040503050406030204" pitchFamily="18" charset="0"/>
                            </a:rPr>
                            <m:t>𝑞</m:t>
                          </m:r>
                          <m:r>
                            <a:rPr lang="en-US" sz="1200" i="1">
                              <a:latin typeface="Cambria Math" panose="02040503050406030204" pitchFamily="18" charset="0"/>
                            </a:rPr>
                            <m:t>,</m:t>
                          </m:r>
                          <m:r>
                            <a:rPr lang="en-US" sz="1200" i="1">
                              <a:latin typeface="Cambria Math" panose="02040503050406030204" pitchFamily="18" charset="0"/>
                            </a:rPr>
                            <m:t>𝑓𝑓</m:t>
                          </m:r>
                        </m:sub>
                      </m:sSub>
                      <m:r>
                        <a:rPr lang="en-US" sz="1200" i="1">
                          <a:latin typeface="Cambria Math" panose="02040503050406030204" pitchFamily="18" charset="0"/>
                        </a:rPr>
                        <m:t>=</m:t>
                      </m:r>
                      <m:r>
                        <a:rPr lang="en-US" sz="1200" b="0" i="1" smtClean="0">
                          <a:latin typeface="Cambria Math" panose="02040503050406030204" pitchFamily="18" charset="0"/>
                        </a:rPr>
                        <m:t>0</m:t>
                      </m:r>
                    </m:oMath>
                  </a14:m>
                  <a:endParaRPr lang="en-US" sz="1200" b="0" dirty="0"/>
                </a:p>
                <a:p>
                  <a:pPr marL="342900" indent="-342900">
                    <a:buFont typeface="+mj-lt"/>
                    <a:buAutoNum type="arabicPeriod"/>
                  </a:pPr>
                  <a14:m>
                    <m:oMath xmlns:m="http://schemas.openxmlformats.org/officeDocument/2006/math">
                      <m:sSubSup>
                        <m:sSubSupPr>
                          <m:ctrlPr>
                            <a:rPr lang="en-US" sz="1200" i="1">
                              <a:latin typeface="Cambria Math" panose="02040503050406030204" pitchFamily="18" charset="0"/>
                            </a:rPr>
                          </m:ctrlPr>
                        </m:sSubSupPr>
                        <m:e>
                          <m:r>
                            <a:rPr lang="en-US" sz="1200" i="1">
                              <a:latin typeface="Cambria Math" panose="02040503050406030204" pitchFamily="18" charset="0"/>
                            </a:rPr>
                            <m:t>𝑖</m:t>
                          </m:r>
                        </m:e>
                        <m:sub>
                          <m:r>
                            <a:rPr lang="en-US" sz="1200" b="0" i="1" smtClean="0">
                              <a:latin typeface="Cambria Math" panose="02040503050406030204" pitchFamily="18" charset="0"/>
                            </a:rPr>
                            <m:t>𝑑</m:t>
                          </m:r>
                        </m:sub>
                        <m:sup>
                          <m:r>
                            <a:rPr lang="en-US" sz="1200" i="1">
                              <a:latin typeface="Cambria Math" panose="02040503050406030204" pitchFamily="18" charset="0"/>
                            </a:rPr>
                            <m:t>∗</m:t>
                          </m:r>
                        </m:sup>
                      </m:sSubSup>
                      <m:r>
                        <a:rPr lang="en-US" sz="1200" i="1">
                          <a:latin typeface="Cambria Math" panose="02040503050406030204" pitchFamily="18" charset="0"/>
                        </a:rPr>
                        <m:t>=</m:t>
                      </m:r>
                      <m:r>
                        <a:rPr lang="en-US" sz="1200" b="0" i="1" smtClean="0">
                          <a:latin typeface="Cambria Math" panose="02040503050406030204" pitchFamily="18" charset="0"/>
                        </a:rPr>
                        <m:t>12</m:t>
                      </m:r>
                    </m:oMath>
                  </a14:m>
                  <a:endParaRPr lang="en-US" sz="1200" b="0" i="1" dirty="0">
                    <a:latin typeface="Cambria Math" panose="02040503050406030204" pitchFamily="18" charset="0"/>
                  </a:endParaRPr>
                </a:p>
                <a:p>
                  <a:pPr marL="342900" indent="-342900">
                    <a:buFont typeface="+mj-lt"/>
                    <a:buAutoNum type="arabicPeriod"/>
                  </a:pPr>
                  <a14:m>
                    <m:oMath xmlns:m="http://schemas.openxmlformats.org/officeDocument/2006/math">
                      <m:sSubSup>
                        <m:sSubSupPr>
                          <m:ctrlPr>
                            <a:rPr lang="en-US" sz="1200" b="0" i="1" smtClean="0">
                              <a:latin typeface="Cambria Math" panose="02040503050406030204" pitchFamily="18" charset="0"/>
                            </a:rPr>
                          </m:ctrlPr>
                        </m:sSubSupPr>
                        <m:e>
                          <m:r>
                            <a:rPr lang="en-US" sz="1200" i="1" smtClean="0">
                              <a:latin typeface="Cambria Math" panose="02040503050406030204" pitchFamily="18" charset="0"/>
                            </a:rPr>
                            <m:t>𝑖</m:t>
                          </m:r>
                        </m:e>
                        <m:sub>
                          <m:r>
                            <a:rPr lang="en-US" sz="1200" b="0" i="1" smtClean="0">
                              <a:latin typeface="Cambria Math" panose="02040503050406030204" pitchFamily="18" charset="0"/>
                            </a:rPr>
                            <m:t>𝑞</m:t>
                          </m:r>
                        </m:sub>
                        <m:sup>
                          <m:r>
                            <a:rPr lang="en-US" sz="1200" b="0" i="1" smtClean="0">
                              <a:latin typeface="Cambria Math" panose="02040503050406030204" pitchFamily="18" charset="0"/>
                            </a:rPr>
                            <m:t>∗</m:t>
                          </m:r>
                        </m:sup>
                      </m:sSubSup>
                      <m:r>
                        <a:rPr lang="en-US" sz="1200" b="0" i="1" smtClean="0">
                          <a:latin typeface="Cambria Math" panose="02040503050406030204" pitchFamily="18" charset="0"/>
                        </a:rPr>
                        <m:t>=0</m:t>
                      </m:r>
                    </m:oMath>
                  </a14:m>
                  <a:endParaRPr lang="en-US" sz="1200" dirty="0"/>
                </a:p>
                <a:p>
                  <a:pPr marL="342900" indent="-342900">
                    <a:buFont typeface="+mj-lt"/>
                    <a:buAutoNum type="arabicPeriod"/>
                  </a:pPr>
                  <a14:m>
                    <m:oMath xmlns:m="http://schemas.openxmlformats.org/officeDocument/2006/math">
                      <m:r>
                        <a:rPr lang="en-US" sz="1200" b="0" i="1" smtClean="0">
                          <a:latin typeface="Cambria Math" panose="02040503050406030204" pitchFamily="18" charset="0"/>
                        </a:rPr>
                        <m:t>𝜙</m:t>
                      </m:r>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𝜔</m:t>
                          </m:r>
                        </m:e>
                        <m:sub>
                          <m:r>
                            <a:rPr lang="en-US" sz="1200" b="0" i="1" smtClean="0">
                              <a:latin typeface="Cambria Math" panose="02040503050406030204" pitchFamily="18" charset="0"/>
                            </a:rPr>
                            <m:t>0</m:t>
                          </m:r>
                        </m:sub>
                      </m:sSub>
                      <m:r>
                        <a:rPr lang="en-US" sz="1200" b="0" i="1" smtClean="0">
                          <a:latin typeface="Cambria Math" panose="02040503050406030204" pitchFamily="18" charset="0"/>
                        </a:rPr>
                        <m:t>𝑡</m:t>
                      </m:r>
                    </m:oMath>
                  </a14:m>
                  <a:endParaRPr lang="en-US" sz="1200" dirty="0"/>
                </a:p>
              </p:txBody>
            </p:sp>
          </mc:Choice>
          <mc:Fallback xmlns="">
            <p:sp>
              <p:nvSpPr>
                <p:cNvPr id="8" name="TextBox 7">
                  <a:extLst>
                    <a:ext uri="{FF2B5EF4-FFF2-40B4-BE49-F238E27FC236}">
                      <a16:creationId xmlns:a16="http://schemas.microsoft.com/office/drawing/2014/main" id="{4ED76158-0A67-E145-1633-865FA7E104E8}"/>
                    </a:ext>
                  </a:extLst>
                </p:cNvPr>
                <p:cNvSpPr txBox="1">
                  <a:spLocks noRot="1" noChangeAspect="1" noMove="1" noResize="1" noEditPoints="1" noAdjustHandles="1" noChangeArrowheads="1" noChangeShapeType="1" noTextEdit="1"/>
                </p:cNvSpPr>
                <p:nvPr/>
              </p:nvSpPr>
              <p:spPr>
                <a:xfrm>
                  <a:off x="10650414" y="768915"/>
                  <a:ext cx="1542399" cy="1244711"/>
                </a:xfrm>
                <a:prstGeom prst="rect">
                  <a:avLst/>
                </a:prstGeom>
                <a:blipFill>
                  <a:blip r:embed="rId4"/>
                  <a:stretch>
                    <a:fillRect l="-8696" t="-5031" r="-4891" b="-8176"/>
                  </a:stretch>
                </a:blipFill>
              </p:spPr>
              <p:txBody>
                <a:bodyPr/>
                <a:lstStyle/>
                <a:p>
                  <a:r>
                    <a:rPr lang="en-US">
                      <a:noFill/>
                    </a:rPr>
                    <a:t> </a:t>
                  </a:r>
                </a:p>
              </p:txBody>
            </p:sp>
          </mc:Fallback>
        </mc:AlternateContent>
      </p:grpSp>
      <p:sp>
        <p:nvSpPr>
          <p:cNvPr id="9" name="TextBox 8">
            <a:extLst>
              <a:ext uri="{FF2B5EF4-FFF2-40B4-BE49-F238E27FC236}">
                <a16:creationId xmlns:a16="http://schemas.microsoft.com/office/drawing/2014/main" id="{D1C9F44A-4A49-81DC-55F9-98D736B737BE}"/>
              </a:ext>
            </a:extLst>
          </p:cNvPr>
          <p:cNvSpPr txBox="1"/>
          <p:nvPr/>
        </p:nvSpPr>
        <p:spPr>
          <a:xfrm>
            <a:off x="609600" y="245950"/>
            <a:ext cx="1537600" cy="584775"/>
          </a:xfrm>
          <a:prstGeom prst="rect">
            <a:avLst/>
          </a:prstGeom>
          <a:noFill/>
        </p:spPr>
        <p:txBody>
          <a:bodyPr wrap="none" rtlCol="0">
            <a:spAutoFit/>
          </a:bodyPr>
          <a:lstStyle/>
          <a:p>
            <a:r>
              <a:rPr lang="en-US" sz="3200" dirty="0"/>
              <a:t>Inverter</a:t>
            </a:r>
          </a:p>
        </p:txBody>
      </p:sp>
    </p:spTree>
    <p:extLst>
      <p:ext uri="{BB962C8B-B14F-4D97-AF65-F5344CB8AC3E}">
        <p14:creationId xmlns:p14="http://schemas.microsoft.com/office/powerpoint/2010/main" val="3268489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705883753"/>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2872</TotalTime>
  <Words>1242</Words>
  <Application>Microsoft Office PowerPoint</Application>
  <PresentationFormat>Widescreen</PresentationFormat>
  <Paragraphs>165</Paragraphs>
  <Slides>9</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vt:i4>
      </vt:variant>
    </vt:vector>
  </HeadingPairs>
  <TitlesOfParts>
    <vt:vector size="15" baseType="lpstr">
      <vt:lpstr>Aptos</vt:lpstr>
      <vt:lpstr>Aptos Display</vt:lpstr>
      <vt:lpstr>Arial</vt:lpstr>
      <vt:lpstr>Calibri</vt:lpstr>
      <vt:lpstr>Cambria Math</vt:lpstr>
      <vt:lpstr>Office Theme</vt:lpstr>
      <vt:lpstr>Type 4 SST full-order differential-algebraic equations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Manglicmot, Lea</cp:lastModifiedBy>
  <cp:revision>7</cp:revision>
  <dcterms:created xsi:type="dcterms:W3CDTF">2026-09-08T22:04:25Z</dcterms:created>
  <dcterms:modified xsi:type="dcterms:W3CDTF">2026-10-02T14:33:01Z</dcterms:modified>
</cp:coreProperties>
</file>